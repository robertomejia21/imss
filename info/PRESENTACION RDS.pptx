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3"/>
  </p:sldMasterIdLst>
  <p:notesMasterIdLst>
    <p:notesMasterId r:id="rId16"/>
  </p:notesMasterIdLst>
  <p:handoutMasterIdLst>
    <p:handoutMasterId r:id="rId17"/>
  </p:handoutMasterIdLst>
  <p:sldIdLst>
    <p:sldId id="298" r:id="rId4"/>
    <p:sldId id="299" r:id="rId5"/>
    <p:sldId id="283" r:id="rId6"/>
    <p:sldId id="300" r:id="rId7"/>
    <p:sldId id="303" r:id="rId8"/>
    <p:sldId id="304" r:id="rId9"/>
    <p:sldId id="292" r:id="rId10"/>
    <p:sldId id="284" r:id="rId11"/>
    <p:sldId id="302" r:id="rId12"/>
    <p:sldId id="306" r:id="rId13"/>
    <p:sldId id="307" r:id="rId14"/>
    <p:sldId id="296" r:id="rId15"/>
  </p:sldIdLst>
  <p:sldSz cx="12192000" cy="6858000"/>
  <p:notesSz cx="6858000" cy="9144000"/>
  <p:defaultTextStyle>
    <a:defPPr rtl="0">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73A0DAA-6AF3-43AB-8588-CEC1D06C72B9}"/>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21" autoAdjust="0"/>
    <p:restoredTop sz="94574" autoAdjust="0"/>
  </p:normalViewPr>
  <p:slideViewPr>
    <p:cSldViewPr snapToGrid="0">
      <p:cViewPr varScale="1">
        <p:scale>
          <a:sx n="85" d="100"/>
          <a:sy n="85" d="100"/>
        </p:scale>
        <p:origin x="150" y="84"/>
      </p:cViewPr>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9" d="100"/>
          <a:sy n="89" d="100"/>
        </p:scale>
        <p:origin x="3012" y="7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presProps" Target="presProps.xml"/><Relationship Id="rId3" Type="http://schemas.openxmlformats.org/officeDocument/2006/relationships/slideMaster" Target="slideMasters/slideMaster1.xml"/><Relationship Id="rId21" Type="http://schemas.openxmlformats.org/officeDocument/2006/relationships/tableStyles" Target="tableStyle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slide" Target="slides/slide12.xml"/><Relationship Id="rId10" Type="http://schemas.openxmlformats.org/officeDocument/2006/relationships/slide" Target="slides/slide7.xml"/><Relationship Id="rId19"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ción de encabezado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a:p>
        </p:txBody>
      </p:sp>
      <p:sp>
        <p:nvSpPr>
          <p:cNvPr id="3" name="Marcador de fecha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E0C787AE-A2C6-4A28-BCC7-4D89EB21DEE5}" type="datetime1">
              <a:rPr lang="es-ES" smtClean="0"/>
              <a:t>02/12/2021</a:t>
            </a:fld>
            <a:endParaRPr lang="es-ES"/>
          </a:p>
        </p:txBody>
      </p:sp>
      <p:sp>
        <p:nvSpPr>
          <p:cNvPr id="4" name="Marcador de pie de página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a:p>
        </p:txBody>
      </p:sp>
      <p:sp>
        <p:nvSpPr>
          <p:cNvPr id="5" name="Marcador de posición de número de diapositiva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682C0B10-7CAE-41E4-AB02-7E8B1FF2B898}" type="slidenum">
              <a:rPr lang="es-ES" smtClean="0"/>
              <a:t>‹Nº›</a:t>
            </a:fld>
            <a:endParaRPr lang="es-ES"/>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s-ES" noProof="0"/>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4BDA65D4-3BBC-4853-83D3-F449A9B7FDA5}" type="datetime1">
              <a:rPr lang="es-ES" noProof="0" smtClean="0"/>
              <a:t>02/12/2021</a:t>
            </a:fld>
            <a:endParaRPr lang="es-ES" noProof="0"/>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s-ES" noProof="0"/>
          </a:p>
        </p:txBody>
      </p:sp>
      <p:sp>
        <p:nvSpPr>
          <p:cNvPr id="5" name="Marcador de posición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posición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s-ES" noProof="0"/>
          </a:p>
        </p:txBody>
      </p:sp>
      <p:sp>
        <p:nvSpPr>
          <p:cNvPr id="7" name="Marcador de posición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8530193B-564F-4854-8A52-728F3FB19C85}" type="slidenum">
              <a:rPr lang="es-ES" noProof="0" smtClean="0"/>
              <a:t>‹Nº›</a:t>
            </a:fld>
            <a:endParaRPr lang="es-ES" noProof="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rtl="0"/>
            <a:fld id="{8530193B-564F-4854-8A52-728F3FB19C85}" type="slidenum">
              <a:rPr lang="es-ES" smtClean="0"/>
              <a:t>1</a:t>
            </a:fld>
            <a:endParaRPr lang="es-ES"/>
          </a:p>
        </p:txBody>
      </p:sp>
    </p:spTree>
    <p:extLst>
      <p:ext uri="{BB962C8B-B14F-4D97-AF65-F5344CB8AC3E}">
        <p14:creationId xmlns:p14="http://schemas.microsoft.com/office/powerpoint/2010/main" val="2807014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rtl="0"/>
            <a:fld id="{8530193B-564F-4854-8A52-728F3FB19C85}" type="slidenum">
              <a:rPr lang="es-ES" noProof="0" smtClean="0"/>
              <a:t>2</a:t>
            </a:fld>
            <a:endParaRPr lang="es-ES" noProof="0"/>
          </a:p>
        </p:txBody>
      </p:sp>
    </p:spTree>
    <p:extLst>
      <p:ext uri="{BB962C8B-B14F-4D97-AF65-F5344CB8AC3E}">
        <p14:creationId xmlns:p14="http://schemas.microsoft.com/office/powerpoint/2010/main" val="1927878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rtl="0"/>
            <a:fld id="{8530193B-564F-4854-8A52-728F3FB19C85}" type="slidenum">
              <a:rPr lang="es-ES" noProof="0" smtClean="0"/>
              <a:t>3</a:t>
            </a:fld>
            <a:endParaRPr lang="es-ES" noProof="0"/>
          </a:p>
        </p:txBody>
      </p:sp>
    </p:spTree>
    <p:extLst>
      <p:ext uri="{BB962C8B-B14F-4D97-AF65-F5344CB8AC3E}">
        <p14:creationId xmlns:p14="http://schemas.microsoft.com/office/powerpoint/2010/main" val="3106624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rtl="0"/>
            <a:fld id="{8530193B-564F-4854-8A52-728F3FB19C85}" type="slidenum">
              <a:rPr lang="es-ES" noProof="0" smtClean="0"/>
              <a:t>7</a:t>
            </a:fld>
            <a:endParaRPr lang="es-ES" noProof="0"/>
          </a:p>
        </p:txBody>
      </p:sp>
    </p:spTree>
    <p:extLst>
      <p:ext uri="{BB962C8B-B14F-4D97-AF65-F5344CB8AC3E}">
        <p14:creationId xmlns:p14="http://schemas.microsoft.com/office/powerpoint/2010/main" val="28052430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rtl="0"/>
            <a:fld id="{8530193B-564F-4854-8A52-728F3FB19C85}" type="slidenum">
              <a:rPr lang="es-ES" noProof="0" smtClean="0"/>
              <a:t>8</a:t>
            </a:fld>
            <a:endParaRPr lang="es-ES" noProof="0"/>
          </a:p>
        </p:txBody>
      </p:sp>
    </p:spTree>
    <p:extLst>
      <p:ext uri="{BB962C8B-B14F-4D97-AF65-F5344CB8AC3E}">
        <p14:creationId xmlns:p14="http://schemas.microsoft.com/office/powerpoint/2010/main" val="2807180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rtl="0"/>
            <a:fld id="{8530193B-564F-4854-8A52-728F3FB19C85}" type="slidenum">
              <a:rPr lang="es-ES" noProof="0" smtClean="0"/>
              <a:t>9</a:t>
            </a:fld>
            <a:endParaRPr lang="es-ES" noProof="0"/>
          </a:p>
        </p:txBody>
      </p:sp>
    </p:spTree>
    <p:extLst>
      <p:ext uri="{BB962C8B-B14F-4D97-AF65-F5344CB8AC3E}">
        <p14:creationId xmlns:p14="http://schemas.microsoft.com/office/powerpoint/2010/main" val="38077144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ES"/>
          </a:p>
        </p:txBody>
      </p:sp>
      <p:sp>
        <p:nvSpPr>
          <p:cNvPr id="4" name="Marcador de número de diapositiva 3"/>
          <p:cNvSpPr>
            <a:spLocks noGrp="1"/>
          </p:cNvSpPr>
          <p:nvPr>
            <p:ph type="sldNum" sz="quarter" idx="10"/>
          </p:nvPr>
        </p:nvSpPr>
        <p:spPr/>
        <p:txBody>
          <a:bodyPr/>
          <a:lstStyle/>
          <a:p>
            <a:pPr rtl="0"/>
            <a:fld id="{8530193B-564F-4854-8A52-728F3FB19C85}" type="slidenum">
              <a:rPr lang="es-ES" noProof="0" smtClean="0"/>
              <a:t>12</a:t>
            </a:fld>
            <a:endParaRPr lang="es-ES" noProof="0"/>
          </a:p>
        </p:txBody>
      </p:sp>
    </p:spTree>
    <p:extLst>
      <p:ext uri="{BB962C8B-B14F-4D97-AF65-F5344CB8AC3E}">
        <p14:creationId xmlns:p14="http://schemas.microsoft.com/office/powerpoint/2010/main" val="41391312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a del título">
    <p:bg>
      <p:bgPr>
        <a:solidFill>
          <a:schemeClr val="bg1">
            <a:lumMod val="95000"/>
          </a:schemeClr>
        </a:solidFill>
        <a:effectLst/>
      </p:bgPr>
    </p:bg>
    <p:spTree>
      <p:nvGrpSpPr>
        <p:cNvPr id="1" name=""/>
        <p:cNvGrpSpPr/>
        <p:nvPr/>
      </p:nvGrpSpPr>
      <p:grpSpPr>
        <a:xfrm>
          <a:off x="0" y="0"/>
          <a:ext cx="0" cy="0"/>
          <a:chOff x="0" y="0"/>
          <a:chExt cx="0" cy="0"/>
        </a:xfrm>
      </p:grpSpPr>
      <p:sp>
        <p:nvSpPr>
          <p:cNvPr id="41" name="Marcador de posición de imagen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804025"/>
          </a:xfrm>
          <a:solidFill>
            <a:schemeClr val="bg1">
              <a:lumMod val="85000"/>
            </a:schemeClr>
          </a:solidFill>
        </p:spPr>
        <p:txBody>
          <a:bodyPr tIns="1728000" rtlCol="0" anchor="t"/>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s-ES" noProof="0"/>
              <a:t>Inserte o arrastre y coloque su foto aquí</a:t>
            </a:r>
          </a:p>
        </p:txBody>
      </p:sp>
      <p:sp>
        <p:nvSpPr>
          <p:cNvPr id="2" name="Título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3200400" y="2811053"/>
            <a:ext cx="8991600" cy="1261295"/>
          </a:xfrm>
          <a:solidFill>
            <a:schemeClr val="bg1"/>
          </a:solidFill>
        </p:spPr>
        <p:txBody>
          <a:bodyPr vert="horz" lIns="180000" tIns="180000" rIns="252000" bIns="180000" rtlCol="0" anchor="t">
            <a:noAutofit/>
          </a:bodyPr>
          <a:lstStyle>
            <a:lvl1pPr algn="r">
              <a:lnSpc>
                <a:spcPct val="70000"/>
              </a:lnSpc>
              <a:defRPr lang="en-ZA" sz="3800" b="1" spc="-300" dirty="0"/>
            </a:lvl1pPr>
          </a:lstStyle>
          <a:p>
            <a:pPr lvl="0" algn="r" rtl="0"/>
            <a:r>
              <a:rPr lang="es-ES" noProof="0" dirty="0"/>
              <a:t>Haga clic para editar el título de la presentación</a:t>
            </a:r>
          </a:p>
        </p:txBody>
      </p:sp>
      <p:sp>
        <p:nvSpPr>
          <p:cNvPr id="3" name="Subtítulo 2">
            <a:extLst>
              <a:ext uri="{FF2B5EF4-FFF2-40B4-BE49-F238E27FC236}">
                <a16:creationId xmlns:a16="http://schemas.microsoft.com/office/drawing/2014/main" id="{C9980B88-3F4A-4688-9ED0-17EF37E62D93}"/>
              </a:ext>
            </a:extLst>
          </p:cNvPr>
          <p:cNvSpPr>
            <a:spLocks noGrp="1"/>
          </p:cNvSpPr>
          <p:nvPr>
            <p:ph type="subTitle" idx="1" hasCustomPrompt="1"/>
          </p:nvPr>
        </p:nvSpPr>
        <p:spPr>
          <a:xfrm>
            <a:off x="3200400" y="4061039"/>
            <a:ext cx="6580188" cy="580921"/>
          </a:xfrm>
          <a:solidFill>
            <a:schemeClr val="tx1">
              <a:alpha val="80000"/>
            </a:schemeClr>
          </a:solidFill>
        </p:spPr>
        <p:txBody>
          <a:bodyPr vert="horz" lIns="180000" tIns="180000" rIns="180000" bIns="180000" rtlCol="0">
            <a:noAutofit/>
          </a:bodyPr>
          <a:lstStyle>
            <a:lvl1pPr marL="0" indent="0" algn="r">
              <a:buNone/>
              <a:defRPr lang="en-ZA" dirty="0">
                <a:solidFill>
                  <a:schemeClr val="bg1"/>
                </a:solidFill>
              </a:defRPr>
            </a:lvl1pPr>
          </a:lstStyle>
          <a:p>
            <a:pPr marL="266700" lvl="0" indent="-266700" algn="ctr" rtl="0"/>
            <a:r>
              <a:rPr lang="es-ES" noProof="0"/>
              <a:t>Haga clic para editar el estilo de subtítulo del patrón</a:t>
            </a:r>
          </a:p>
        </p:txBody>
      </p:sp>
      <p:sp>
        <p:nvSpPr>
          <p:cNvPr id="13" name="Rectángulo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Rectángulo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Rectángulo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51DD44D8-4A8F-4693-B90A-166855B29D25}"/>
              </a:ext>
            </a:extLst>
          </p:cNvPr>
          <p:cNvSpPr/>
          <p:nvPr userDrawn="1"/>
        </p:nvSpPr>
        <p:spPr>
          <a:xfrm>
            <a:off x="9780588" y="269861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Tree>
    <p:extLst>
      <p:ext uri="{BB962C8B-B14F-4D97-AF65-F5344CB8AC3E}">
        <p14:creationId xmlns:p14="http://schemas.microsoft.com/office/powerpoint/2010/main" val="13340384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apositiva divisoria 1">
    <p:bg>
      <p:bgPr>
        <a:solidFill>
          <a:schemeClr val="bg1">
            <a:lumMod val="95000"/>
          </a:schemeClr>
        </a:solidFill>
        <a:effectLst/>
      </p:bgPr>
    </p:bg>
    <p:spTree>
      <p:nvGrpSpPr>
        <p:cNvPr id="1" name=""/>
        <p:cNvGrpSpPr/>
        <p:nvPr/>
      </p:nvGrpSpPr>
      <p:grpSpPr>
        <a:xfrm>
          <a:off x="0" y="0"/>
          <a:ext cx="0" cy="0"/>
          <a:chOff x="0" y="0"/>
          <a:chExt cx="0" cy="0"/>
        </a:xfrm>
      </p:grpSpPr>
      <p:sp>
        <p:nvSpPr>
          <p:cNvPr id="41" name="Marcador de posición de imagen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588" cy="6371351"/>
          </a:xfrm>
          <a:solidFill>
            <a:schemeClr val="bg1">
              <a:lumMod val="8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s-ES" noProof="0"/>
              <a:t>Inserte o arrastre y coloque </a:t>
            </a:r>
            <a:br>
              <a:rPr lang="es-ES" noProof="0"/>
            </a:br>
            <a:r>
              <a:rPr lang="es-ES" noProof="0"/>
              <a:t>su foto aquí</a:t>
            </a:r>
          </a:p>
        </p:txBody>
      </p:sp>
      <p:sp>
        <p:nvSpPr>
          <p:cNvPr id="2" name="Título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6235700" y="2204792"/>
            <a:ext cx="5956300" cy="1944000"/>
          </a:xfrm>
          <a:solidFill>
            <a:schemeClr val="bg1"/>
          </a:solidFill>
        </p:spPr>
        <p:txBody>
          <a:bodyPr vert="horz" lIns="180000" tIns="180000" rIns="252000" bIns="180000" rtlCol="0" anchor="t">
            <a:noAutofit/>
          </a:bodyPr>
          <a:lstStyle>
            <a:lvl1pPr algn="r">
              <a:lnSpc>
                <a:spcPct val="90000"/>
              </a:lnSpc>
              <a:defRPr lang="en-ZA" sz="3800" b="1" spc="-300" dirty="0"/>
            </a:lvl1pPr>
          </a:lstStyle>
          <a:p>
            <a:pPr lvl="0" algn="r" rtl="0"/>
            <a:r>
              <a:rPr lang="es-ES" noProof="0" dirty="0"/>
              <a:t>Haga clic para editar la línea divisoria de sección</a:t>
            </a:r>
          </a:p>
        </p:txBody>
      </p:sp>
      <p:sp>
        <p:nvSpPr>
          <p:cNvPr id="7" name="Subtítulo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6235700" y="4148860"/>
            <a:ext cx="5956300" cy="1100565"/>
          </a:xfrm>
          <a:solidFill>
            <a:schemeClr val="tx1">
              <a:alpha val="80000"/>
            </a:schemeClr>
          </a:solidFill>
        </p:spPr>
        <p:txBody>
          <a:bodyPr lIns="180000" tIns="180000" rIns="252000" bIns="180000" rtlCol="0"/>
          <a:lstStyle>
            <a:lvl1pPr marL="0" indent="0" algn="r">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rtl="0"/>
            <a:r>
              <a:rPr lang="es-ES" noProof="0"/>
              <a:t>Haga clic para editar el estilo de subtítulo del patrón</a:t>
            </a:r>
          </a:p>
        </p:txBody>
      </p:sp>
      <p:sp>
        <p:nvSpPr>
          <p:cNvPr id="4" name="Marcador de pie de página 3">
            <a:extLst>
              <a:ext uri="{FF2B5EF4-FFF2-40B4-BE49-F238E27FC236}">
                <a16:creationId xmlns:a16="http://schemas.microsoft.com/office/drawing/2014/main" id="{6816FE98-6A12-44EC-8485-8B5EFABDF9B2}"/>
              </a:ext>
            </a:extLst>
          </p:cNvPr>
          <p:cNvSpPr>
            <a:spLocks noGrp="1"/>
          </p:cNvSpPr>
          <p:nvPr>
            <p:ph type="ftr" sz="quarter" idx="11"/>
          </p:nvPr>
        </p:nvSpPr>
        <p:spPr/>
        <p:txBody>
          <a:bodyPr rtlCol="0"/>
          <a:lstStyle/>
          <a:p>
            <a:pPr rtl="0"/>
            <a:r>
              <a:rPr lang="es-ES" noProof="0"/>
              <a:t>Agregue un pie de página</a:t>
            </a:r>
          </a:p>
        </p:txBody>
      </p:sp>
      <p:sp>
        <p:nvSpPr>
          <p:cNvPr id="8" name="Rectángulo 7">
            <a:extLst>
              <a:ext uri="{FF2B5EF4-FFF2-40B4-BE49-F238E27FC236}">
                <a16:creationId xmlns:a16="http://schemas.microsoft.com/office/drawing/2014/main" id="{51DD44D8-4A8F-4693-B90A-166855B29D25}"/>
              </a:ext>
            </a:extLst>
          </p:cNvPr>
          <p:cNvSpPr/>
          <p:nvPr userDrawn="1"/>
        </p:nvSpPr>
        <p:spPr>
          <a:xfrm>
            <a:off x="9780588" y="5247782"/>
            <a:ext cx="2411412"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Rectángulo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Rectángulo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Rectángulo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 name="Marcador de posición de número de diapositiva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2437159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divisoria 2">
    <p:bg>
      <p:bgPr>
        <a:solidFill>
          <a:schemeClr val="tx1">
            <a:lumMod val="75000"/>
            <a:lumOff val="25000"/>
          </a:schemeClr>
        </a:solidFill>
        <a:effectLst/>
      </p:bgPr>
    </p:bg>
    <p:spTree>
      <p:nvGrpSpPr>
        <p:cNvPr id="1" name=""/>
        <p:cNvGrpSpPr/>
        <p:nvPr/>
      </p:nvGrpSpPr>
      <p:grpSpPr>
        <a:xfrm>
          <a:off x="0" y="0"/>
          <a:ext cx="0" cy="0"/>
          <a:chOff x="0" y="0"/>
          <a:chExt cx="0" cy="0"/>
        </a:xfrm>
      </p:grpSpPr>
      <p:sp>
        <p:nvSpPr>
          <p:cNvPr id="41" name="Marcador de posición de imagen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2411412" y="0"/>
            <a:ext cx="9780588" cy="6371351"/>
          </a:xfrm>
          <a:solidFill>
            <a:schemeClr val="bg1">
              <a:lumMod val="8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s-ES" noProof="0"/>
              <a:t>Inserte o arrastre y coloque </a:t>
            </a:r>
            <a:br>
              <a:rPr lang="es-ES" noProof="0"/>
            </a:br>
            <a:r>
              <a:rPr lang="es-ES" noProof="0"/>
              <a:t>su foto aquí</a:t>
            </a:r>
          </a:p>
        </p:txBody>
      </p:sp>
      <p:sp>
        <p:nvSpPr>
          <p:cNvPr id="3" name="Título 1">
            <a:extLst>
              <a:ext uri="{FF2B5EF4-FFF2-40B4-BE49-F238E27FC236}">
                <a16:creationId xmlns:a16="http://schemas.microsoft.com/office/drawing/2014/main" id="{E473AB13-DFF9-4538-9907-E261659E0E01}"/>
              </a:ext>
            </a:extLst>
          </p:cNvPr>
          <p:cNvSpPr>
            <a:spLocks noGrp="1"/>
          </p:cNvSpPr>
          <p:nvPr>
            <p:ph type="title" hasCustomPrompt="1"/>
          </p:nvPr>
        </p:nvSpPr>
        <p:spPr>
          <a:xfrm>
            <a:off x="-1700" y="2156226"/>
            <a:ext cx="5958000" cy="1958400"/>
          </a:xfrm>
          <a:solidFill>
            <a:schemeClr val="bg1"/>
          </a:solidFill>
        </p:spPr>
        <p:txBody>
          <a:bodyPr lIns="252000" tIns="180000" rIns="180000" bIns="180000" rtlCol="0"/>
          <a:lstStyle>
            <a:lvl1pPr>
              <a:lnSpc>
                <a:spcPct val="80000"/>
              </a:lnSpc>
              <a:defRPr sz="3800" b="1" spc="-300">
                <a:solidFill>
                  <a:schemeClr val="tx1">
                    <a:lumMod val="75000"/>
                    <a:lumOff val="25000"/>
                  </a:schemeClr>
                </a:solidFill>
                <a:latin typeface="+mj-lt"/>
              </a:defRPr>
            </a:lvl1pPr>
          </a:lstStyle>
          <a:p>
            <a:pPr rtl="0"/>
            <a:r>
              <a:rPr lang="es-ES" noProof="0" dirty="0"/>
              <a:t>Haga clic para editar la línea divisoria de sección</a:t>
            </a:r>
          </a:p>
        </p:txBody>
      </p:sp>
      <p:sp>
        <p:nvSpPr>
          <p:cNvPr id="7" name="Subtítulo 2">
            <a:extLst>
              <a:ext uri="{FF2B5EF4-FFF2-40B4-BE49-F238E27FC236}">
                <a16:creationId xmlns:a16="http://schemas.microsoft.com/office/drawing/2014/main" id="{9E4D4535-D519-40ED-B8A4-2EA1276BB652}"/>
              </a:ext>
            </a:extLst>
          </p:cNvPr>
          <p:cNvSpPr>
            <a:spLocks noGrp="1"/>
          </p:cNvSpPr>
          <p:nvPr>
            <p:ph type="body" sz="quarter" idx="13" hasCustomPrompt="1"/>
          </p:nvPr>
        </p:nvSpPr>
        <p:spPr>
          <a:xfrm>
            <a:off x="0" y="4110760"/>
            <a:ext cx="5956300" cy="1100565"/>
          </a:xfrm>
          <a:solidFill>
            <a:schemeClr val="tx1">
              <a:alpha val="80000"/>
            </a:schemeClr>
          </a:solidFill>
        </p:spPr>
        <p:txBody>
          <a:bodyPr lIns="252000" tIns="180000" rIns="180000" bIns="180000" rtlCol="0"/>
          <a:lstStyle>
            <a:lvl1pPr marL="0" indent="0" algn="l">
              <a:buNone/>
              <a:defRPr sz="1800">
                <a:solidFill>
                  <a:schemeClr val="bg1"/>
                </a:solidFill>
              </a:defRPr>
            </a:lvl1pPr>
            <a:lvl2pPr marL="266700" indent="0" algn="r">
              <a:buNone/>
              <a:defRPr sz="1800">
                <a:solidFill>
                  <a:schemeClr val="bg1"/>
                </a:solidFill>
              </a:defRPr>
            </a:lvl2pPr>
            <a:lvl3pPr marL="542925" indent="0" algn="r">
              <a:buNone/>
              <a:defRPr sz="1800">
                <a:solidFill>
                  <a:schemeClr val="bg1"/>
                </a:solidFill>
              </a:defRPr>
            </a:lvl3pPr>
            <a:lvl4pPr marL="809625" indent="0" algn="r">
              <a:buNone/>
              <a:defRPr sz="1800">
                <a:solidFill>
                  <a:schemeClr val="bg1"/>
                </a:solidFill>
              </a:defRPr>
            </a:lvl4pPr>
            <a:lvl5pPr marL="1076325" indent="0" algn="r">
              <a:buNone/>
              <a:defRPr sz="1800">
                <a:solidFill>
                  <a:schemeClr val="bg1"/>
                </a:solidFill>
              </a:defRPr>
            </a:lvl5pPr>
          </a:lstStyle>
          <a:p>
            <a:pPr lvl="0" rtl="0"/>
            <a:r>
              <a:rPr lang="es-ES" noProof="0"/>
              <a:t>Haga clic para editar el estilo de subtítulo del patrón</a:t>
            </a:r>
          </a:p>
        </p:txBody>
      </p:sp>
      <p:sp>
        <p:nvSpPr>
          <p:cNvPr id="4" name="Marcador de pie de página 3">
            <a:extLst>
              <a:ext uri="{FF2B5EF4-FFF2-40B4-BE49-F238E27FC236}">
                <a16:creationId xmlns:a16="http://schemas.microsoft.com/office/drawing/2014/main" id="{6816FE98-6A12-44EC-8485-8B5EFABDF9B2}"/>
              </a:ext>
            </a:extLst>
          </p:cNvPr>
          <p:cNvSpPr>
            <a:spLocks noGrp="1"/>
          </p:cNvSpPr>
          <p:nvPr>
            <p:ph type="ftr" sz="quarter" idx="11"/>
          </p:nvPr>
        </p:nvSpPr>
        <p:spPr/>
        <p:txBody>
          <a:bodyPr rtlCol="0"/>
          <a:lstStyle/>
          <a:p>
            <a:pPr rtl="0"/>
            <a:r>
              <a:rPr lang="es-ES" noProof="0"/>
              <a:t>Agregue un pie de página</a:t>
            </a:r>
          </a:p>
        </p:txBody>
      </p:sp>
      <p:sp>
        <p:nvSpPr>
          <p:cNvPr id="8" name="Rectángulo 7">
            <a:extLst>
              <a:ext uri="{FF2B5EF4-FFF2-40B4-BE49-F238E27FC236}">
                <a16:creationId xmlns:a16="http://schemas.microsoft.com/office/drawing/2014/main" id="{51DD44D8-4A8F-4693-B90A-166855B29D25}"/>
              </a:ext>
            </a:extLst>
          </p:cNvPr>
          <p:cNvSpPr/>
          <p:nvPr userDrawn="1"/>
        </p:nvSpPr>
        <p:spPr>
          <a:xfrm>
            <a:off x="0" y="5209682"/>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es-ES" noProof="0"/>
          </a:p>
        </p:txBody>
      </p:sp>
      <p:sp>
        <p:nvSpPr>
          <p:cNvPr id="13" name="Rectángulo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Rectángulo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5" name="Rectángulo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 name="Marcador de posición de número de diapositiva 4">
            <a:extLst>
              <a:ext uri="{FF2B5EF4-FFF2-40B4-BE49-F238E27FC236}">
                <a16:creationId xmlns:a16="http://schemas.microsoft.com/office/drawing/2014/main" id="{F50EF489-F21B-4E7C-9A44-D3CC8DC34F5F}"/>
              </a:ext>
            </a:extLst>
          </p:cNvPr>
          <p:cNvSpPr>
            <a:spLocks noGrp="1"/>
          </p:cNvSpPr>
          <p:nvPr>
            <p:ph type="sldNum" sz="quarter" idx="12"/>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22828585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seño de la imagen del texto 1">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6096000" y="-1"/>
            <a:ext cx="6096000" cy="6371351"/>
          </a:xfrm>
          <a:solidFill>
            <a:schemeClr val="bg1">
              <a:lumMod val="95000"/>
            </a:schemeClr>
          </a:solidFill>
        </p:spPr>
        <p:txBody>
          <a:bodyPr tIns="1584000" rtlCol="0" anchor="t"/>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s-ES" noProof="0"/>
              <a:t>Inserte o arrastre y coloque su foto</a:t>
            </a:r>
          </a:p>
        </p:txBody>
      </p:sp>
      <p:sp>
        <p:nvSpPr>
          <p:cNvPr id="2" name="Título 1">
            <a:extLst>
              <a:ext uri="{FF2B5EF4-FFF2-40B4-BE49-F238E27FC236}">
                <a16:creationId xmlns:a16="http://schemas.microsoft.com/office/drawing/2014/main" id="{40EE479C-D1F6-4BAC-80D2-90EF74E3261A}"/>
              </a:ext>
            </a:extLst>
          </p:cNvPr>
          <p:cNvSpPr>
            <a:spLocks noGrp="1"/>
          </p:cNvSpPr>
          <p:nvPr>
            <p:ph type="title" hasCustomPrompt="1"/>
          </p:nvPr>
        </p:nvSpPr>
        <p:spPr>
          <a:xfrm>
            <a:off x="7111800" y="3802899"/>
            <a:ext cx="4648200" cy="985000"/>
          </a:xfrm>
          <a:solidFill>
            <a:schemeClr val="bg1"/>
          </a:solidFill>
        </p:spPr>
        <p:txBody>
          <a:bodyPr lIns="180000" tIns="180000" rIns="180000" bIns="180000" rtlCol="0"/>
          <a:lstStyle>
            <a:lvl1pPr algn="r">
              <a:lnSpc>
                <a:spcPct val="70000"/>
              </a:lnSpc>
              <a:defRPr sz="3800" b="1" spc="-300">
                <a:solidFill>
                  <a:schemeClr val="tx1">
                    <a:lumMod val="75000"/>
                    <a:lumOff val="25000"/>
                  </a:schemeClr>
                </a:solidFill>
              </a:defRPr>
            </a:lvl1pPr>
          </a:lstStyle>
          <a:p>
            <a:pPr rtl="0"/>
            <a:r>
              <a:rPr lang="es-ES" noProof="0" dirty="0"/>
              <a:t>Edite el título de la página</a:t>
            </a:r>
          </a:p>
        </p:txBody>
      </p:sp>
      <p:sp>
        <p:nvSpPr>
          <p:cNvPr id="10" name="Subtítulo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7111800" y="4787900"/>
            <a:ext cx="4648200" cy="1162800"/>
          </a:xfrm>
          <a:solidFill>
            <a:schemeClr val="tx1">
              <a:alpha val="80000"/>
            </a:schemeClr>
          </a:solidFill>
        </p:spPr>
        <p:txBody>
          <a:bodyPr lIns="180000" tIns="180000" rIns="180000" bIns="180000" rtlCol="0"/>
          <a:lstStyle>
            <a:lvl1pPr marL="0" indent="0" algn="r">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Subtítulo</a:t>
            </a:r>
          </a:p>
        </p:txBody>
      </p:sp>
      <p:sp>
        <p:nvSpPr>
          <p:cNvPr id="3" name="Marcador de posición de contenido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2668686"/>
            <a:ext cx="5472000" cy="2999426"/>
          </a:xfrm>
        </p:spPr>
        <p:txBody>
          <a:bodyPr rtlCol="0" anchor="b"/>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ie de página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es-ES" noProof="0"/>
              <a:t>Agregue un pie de página</a:t>
            </a:r>
          </a:p>
        </p:txBody>
      </p:sp>
      <p:sp>
        <p:nvSpPr>
          <p:cNvPr id="5" name="Marcador de posición de número de diapositiva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es-ES" noProof="0" smtClean="0"/>
              <a:pPr rtl="0"/>
              <a:t>‹Nº›</a:t>
            </a:fld>
            <a:endParaRPr lang="es-ES" noProof="0"/>
          </a:p>
        </p:txBody>
      </p:sp>
      <p:sp>
        <p:nvSpPr>
          <p:cNvPr id="8" name="Rectángulo 7">
            <a:extLst>
              <a:ext uri="{FF2B5EF4-FFF2-40B4-BE49-F238E27FC236}">
                <a16:creationId xmlns:a16="http://schemas.microsoft.com/office/drawing/2014/main" id="{1508F53F-6AA2-4060-904A-BC90211DC043}"/>
              </a:ext>
            </a:extLst>
          </p:cNvPr>
          <p:cNvSpPr/>
          <p:nvPr userDrawn="1"/>
        </p:nvSpPr>
        <p:spPr>
          <a:xfrm>
            <a:off x="9348588" y="3700775"/>
            <a:ext cx="2411412" cy="11482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es-ES" noProof="0"/>
          </a:p>
        </p:txBody>
      </p:sp>
    </p:spTree>
    <p:extLst>
      <p:ext uri="{BB962C8B-B14F-4D97-AF65-F5344CB8AC3E}">
        <p14:creationId xmlns:p14="http://schemas.microsoft.com/office/powerpoint/2010/main" val="13501039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eño de la imagen del texto 2">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6096000" cy="6371351"/>
          </a:xfrm>
          <a:solidFill>
            <a:schemeClr val="bg1">
              <a:lumMod val="95000"/>
            </a:schemeClr>
          </a:solidFill>
        </p:spPr>
        <p:txBody>
          <a:bodyPr tIns="1584000" rtlCol="0" anchor="t"/>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s-ES" noProof="0"/>
              <a:t>Inserte o arrastre y coloque su foto</a:t>
            </a:r>
          </a:p>
        </p:txBody>
      </p:sp>
      <p:sp>
        <p:nvSpPr>
          <p:cNvPr id="2" name="Título 1">
            <a:extLst>
              <a:ext uri="{FF2B5EF4-FFF2-40B4-BE49-F238E27FC236}">
                <a16:creationId xmlns:a16="http://schemas.microsoft.com/office/drawing/2014/main" id="{40EE479C-D1F6-4BAC-80D2-90EF74E3261A}"/>
              </a:ext>
            </a:extLst>
          </p:cNvPr>
          <p:cNvSpPr>
            <a:spLocks noGrp="1"/>
          </p:cNvSpPr>
          <p:nvPr>
            <p:ph type="title" hasCustomPrompt="1"/>
          </p:nvPr>
        </p:nvSpPr>
        <p:spPr>
          <a:xfrm>
            <a:off x="5118100" y="1869795"/>
            <a:ext cx="6641900" cy="1124345"/>
          </a:xfrm>
          <a:solidFill>
            <a:schemeClr val="bg1">
              <a:lumMod val="95000"/>
            </a:schemeClr>
          </a:solidFill>
        </p:spPr>
        <p:txBody>
          <a:bodyPr lIns="180000" tIns="180000" rIns="180000" bIns="180000" rtlCol="0"/>
          <a:lstStyle>
            <a:lvl1pPr algn="l">
              <a:lnSpc>
                <a:spcPct val="80000"/>
              </a:lnSpc>
              <a:defRPr sz="3800" b="1" spc="-300">
                <a:solidFill>
                  <a:schemeClr val="tx1">
                    <a:lumMod val="75000"/>
                    <a:lumOff val="25000"/>
                  </a:schemeClr>
                </a:solidFill>
              </a:defRPr>
            </a:lvl1pPr>
          </a:lstStyle>
          <a:p>
            <a:pPr rtl="0"/>
            <a:r>
              <a:rPr lang="es-ES" noProof="0" dirty="0"/>
              <a:t>Haga clic para editar el título de la página</a:t>
            </a:r>
          </a:p>
        </p:txBody>
      </p:sp>
      <p:sp>
        <p:nvSpPr>
          <p:cNvPr id="10" name="Subtítulo 2">
            <a:extLst>
              <a:ext uri="{FF2B5EF4-FFF2-40B4-BE49-F238E27FC236}">
                <a16:creationId xmlns:a16="http://schemas.microsoft.com/office/drawing/2014/main" id="{3FAEED1D-0E66-4F74-9455-675F5CB7EAD4}"/>
              </a:ext>
            </a:extLst>
          </p:cNvPr>
          <p:cNvSpPr>
            <a:spLocks noGrp="1"/>
          </p:cNvSpPr>
          <p:nvPr>
            <p:ph type="body" sz="quarter" idx="32" hasCustomPrompt="1"/>
          </p:nvPr>
        </p:nvSpPr>
        <p:spPr>
          <a:xfrm>
            <a:off x="5118334" y="2994141"/>
            <a:ext cx="6641626" cy="590155"/>
          </a:xfrm>
          <a:solidFill>
            <a:schemeClr val="tx1">
              <a:alpha val="80000"/>
            </a:schemeClr>
          </a:solidFill>
        </p:spPr>
        <p:txBody>
          <a:bodyPr lIns="180000" tIns="180000" rIns="180000" bIns="180000" rtlCol="0"/>
          <a:lstStyle>
            <a:lvl1pPr marL="0" indent="0" algn="l">
              <a:buNone/>
              <a:defRPr>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Subtítulo</a:t>
            </a:r>
          </a:p>
        </p:txBody>
      </p:sp>
      <p:sp>
        <p:nvSpPr>
          <p:cNvPr id="3" name="Marcador de contenido 2">
            <a:extLst>
              <a:ext uri="{FF2B5EF4-FFF2-40B4-BE49-F238E27FC236}">
                <a16:creationId xmlns:a16="http://schemas.microsoft.com/office/drawing/2014/main" id="{A22238F2-C6EC-476F-8371-119AECBA5622}"/>
              </a:ext>
            </a:extLst>
          </p:cNvPr>
          <p:cNvSpPr>
            <a:spLocks noGrp="1"/>
          </p:cNvSpPr>
          <p:nvPr>
            <p:ph sz="half" idx="1" hasCustomPrompt="1"/>
          </p:nvPr>
        </p:nvSpPr>
        <p:spPr>
          <a:xfrm>
            <a:off x="6288000" y="3763648"/>
            <a:ext cx="5472000" cy="2428351"/>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ie de página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es-ES" noProof="0"/>
              <a:t>Agregue un pie de página</a:t>
            </a:r>
          </a:p>
        </p:txBody>
      </p:sp>
      <p:sp>
        <p:nvSpPr>
          <p:cNvPr id="5" name="Marcador de posición de número de diapositiva 4">
            <a:extLst>
              <a:ext uri="{FF2B5EF4-FFF2-40B4-BE49-F238E27FC236}">
                <a16:creationId xmlns:a16="http://schemas.microsoft.com/office/drawing/2014/main" id="{0505ED12-A431-4761-87A4-F05164BE0221}"/>
              </a:ext>
            </a:extLst>
          </p:cNvPr>
          <p:cNvSpPr>
            <a:spLocks noGrp="1"/>
          </p:cNvSpPr>
          <p:nvPr>
            <p:ph type="sldNum" sz="quarter" idx="33"/>
          </p:nvPr>
        </p:nvSpPr>
        <p:spPr/>
        <p:txBody>
          <a:bodyPr rtlCol="0"/>
          <a:lstStyle/>
          <a:p>
            <a:pPr rtl="0"/>
            <a:fld id="{19B51A1E-902D-48AF-9020-955120F399B6}" type="slidenum">
              <a:rPr lang="es-ES" noProof="0" smtClean="0"/>
              <a:pPr rtl="0"/>
              <a:t>‹Nº›</a:t>
            </a:fld>
            <a:endParaRPr lang="es-ES" noProof="0"/>
          </a:p>
        </p:txBody>
      </p:sp>
      <p:sp>
        <p:nvSpPr>
          <p:cNvPr id="8" name="Rectángulo 7">
            <a:extLst>
              <a:ext uri="{FF2B5EF4-FFF2-40B4-BE49-F238E27FC236}">
                <a16:creationId xmlns:a16="http://schemas.microsoft.com/office/drawing/2014/main" id="{FA5285E0-8F27-49C4-AADF-92A3B72D41FD}"/>
              </a:ext>
            </a:extLst>
          </p:cNvPr>
          <p:cNvSpPr/>
          <p:nvPr userDrawn="1"/>
        </p:nvSpPr>
        <p:spPr>
          <a:xfrm>
            <a:off x="9775824" y="1762069"/>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es-ES" noProof="0"/>
          </a:p>
        </p:txBody>
      </p:sp>
    </p:spTree>
    <p:extLst>
      <p:ext uri="{BB962C8B-B14F-4D97-AF65-F5344CB8AC3E}">
        <p14:creationId xmlns:p14="http://schemas.microsoft.com/office/powerpoint/2010/main" val="384389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288DD7-6DAF-436D-B04A-EBCCAA36917C}"/>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es-ES" noProof="0"/>
              <a:t>Haga clic para editar el título de la página</a:t>
            </a:r>
          </a:p>
        </p:txBody>
      </p:sp>
      <p:sp>
        <p:nvSpPr>
          <p:cNvPr id="9" name="Subtítulo 2">
            <a:extLst>
              <a:ext uri="{FF2B5EF4-FFF2-40B4-BE49-F238E27FC236}">
                <a16:creationId xmlns:a16="http://schemas.microsoft.com/office/drawing/2014/main" id="{E4633398-8EC3-417B-BEA6-101D8F224678}"/>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Subtítulo</a:t>
            </a:r>
          </a:p>
        </p:txBody>
      </p:sp>
      <p:sp>
        <p:nvSpPr>
          <p:cNvPr id="3" name="Marcador de comparación izquierdo 1">
            <a:extLst>
              <a:ext uri="{FF2B5EF4-FFF2-40B4-BE49-F238E27FC236}">
                <a16:creationId xmlns:a16="http://schemas.microsoft.com/office/drawing/2014/main" id="{9322B50D-6A7D-41C6-BA57-613BC231DF36}"/>
              </a:ext>
            </a:extLst>
          </p:cNvPr>
          <p:cNvSpPr>
            <a:spLocks noGrp="1"/>
          </p:cNvSpPr>
          <p:nvPr>
            <p:ph type="body" idx="1" hasCustomPrompt="1"/>
          </p:nvPr>
        </p:nvSpPr>
        <p:spPr>
          <a:xfrm>
            <a:off x="432000" y="1515834"/>
            <a:ext cx="5472000" cy="360000"/>
          </a:xfrm>
        </p:spPr>
        <p:txBody>
          <a:bodyPr rtlCol="0" anchor="t"/>
          <a:lstStyle>
            <a:lvl1pPr marL="0" indent="0">
              <a:buNone/>
              <a:defRPr sz="2400" b="1">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es-ES" noProof="0"/>
              <a:t>Editar estilos de texto del patrón</a:t>
            </a:r>
          </a:p>
        </p:txBody>
      </p:sp>
      <p:sp>
        <p:nvSpPr>
          <p:cNvPr id="4" name="Marcador de contenido 2">
            <a:extLst>
              <a:ext uri="{FF2B5EF4-FFF2-40B4-BE49-F238E27FC236}">
                <a16:creationId xmlns:a16="http://schemas.microsoft.com/office/drawing/2014/main" id="{9FD584DA-F775-47B8-A1D7-6556AD5FCBD2}"/>
              </a:ext>
            </a:extLst>
          </p:cNvPr>
          <p:cNvSpPr>
            <a:spLocks noGrp="1"/>
          </p:cNvSpPr>
          <p:nvPr>
            <p:ph sz="half" idx="2" hasCustomPrompt="1"/>
          </p:nvPr>
        </p:nvSpPr>
        <p:spPr>
          <a:xfrm>
            <a:off x="432000" y="2023668"/>
            <a:ext cx="5472000" cy="4168332"/>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2" name="Marcador de comparación izquierdo 2">
            <a:extLst>
              <a:ext uri="{FF2B5EF4-FFF2-40B4-BE49-F238E27FC236}">
                <a16:creationId xmlns:a16="http://schemas.microsoft.com/office/drawing/2014/main" id="{78A963F8-6F6E-440E-B3B3-DDE13C083A36}"/>
              </a:ext>
            </a:extLst>
          </p:cNvPr>
          <p:cNvSpPr>
            <a:spLocks noGrp="1"/>
          </p:cNvSpPr>
          <p:nvPr>
            <p:ph type="body" sz="quarter" idx="13" hasCustomPrompt="1"/>
          </p:nvPr>
        </p:nvSpPr>
        <p:spPr>
          <a:xfrm>
            <a:off x="6300000" y="1516359"/>
            <a:ext cx="5472000" cy="358775"/>
          </a:xfrm>
        </p:spPr>
        <p:txBody>
          <a:bodyPr rtlCol="0"/>
          <a:lstStyle>
            <a:lvl1pPr marL="0" indent="0">
              <a:buNone/>
              <a:defRPr sz="2400" b="1"/>
            </a:lvl1pPr>
          </a:lstStyle>
          <a:p>
            <a:pPr lvl="0" rtl="0"/>
            <a:r>
              <a:rPr lang="es-ES" noProof="0"/>
              <a:t>Editar estilos de texto del patrón</a:t>
            </a:r>
          </a:p>
        </p:txBody>
      </p:sp>
      <p:sp>
        <p:nvSpPr>
          <p:cNvPr id="8" name="Marcador de posición de texto 4">
            <a:extLst>
              <a:ext uri="{FF2B5EF4-FFF2-40B4-BE49-F238E27FC236}">
                <a16:creationId xmlns:a16="http://schemas.microsoft.com/office/drawing/2014/main" id="{DF0A5256-B267-47DA-858A-0F3867CB6139}"/>
              </a:ext>
            </a:extLst>
          </p:cNvPr>
          <p:cNvSpPr>
            <a:spLocks noGrp="1"/>
          </p:cNvSpPr>
          <p:nvPr>
            <p:ph type="body" sz="quarter" idx="12" hasCustomPrompt="1"/>
          </p:nvPr>
        </p:nvSpPr>
        <p:spPr>
          <a:xfrm>
            <a:off x="6299887" y="2020359"/>
            <a:ext cx="5472113" cy="4170891"/>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ie de página 4">
            <a:extLst>
              <a:ext uri="{FF2B5EF4-FFF2-40B4-BE49-F238E27FC236}">
                <a16:creationId xmlns:a16="http://schemas.microsoft.com/office/drawing/2014/main" id="{646B8F99-FAB0-4B33-87ED-9FF46D11A907}"/>
              </a:ext>
            </a:extLst>
          </p:cNvPr>
          <p:cNvSpPr>
            <a:spLocks noGrp="1"/>
          </p:cNvSpPr>
          <p:nvPr>
            <p:ph type="ftr" sz="quarter" idx="14"/>
          </p:nvPr>
        </p:nvSpPr>
        <p:spPr/>
        <p:txBody>
          <a:bodyPr rtlCol="0"/>
          <a:lstStyle/>
          <a:p>
            <a:pPr rtl="0"/>
            <a:r>
              <a:rPr lang="es-ES" noProof="0"/>
              <a:t>Agregue un pie de página</a:t>
            </a:r>
          </a:p>
        </p:txBody>
      </p:sp>
      <p:sp>
        <p:nvSpPr>
          <p:cNvPr id="6" name="Marcador de número de diapositiva 5">
            <a:extLst>
              <a:ext uri="{FF2B5EF4-FFF2-40B4-BE49-F238E27FC236}">
                <a16:creationId xmlns:a16="http://schemas.microsoft.com/office/drawing/2014/main" id="{18733E7E-50D2-4F6C-9DF2-CF4C98C4B847}"/>
              </a:ext>
            </a:extLst>
          </p:cNvPr>
          <p:cNvSpPr>
            <a:spLocks noGrp="1"/>
          </p:cNvSpPr>
          <p:nvPr>
            <p:ph type="sldNum" sz="quarter" idx="33"/>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25099557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tografía grande">
    <p:spTree>
      <p:nvGrpSpPr>
        <p:cNvPr id="1" name=""/>
        <p:cNvGrpSpPr/>
        <p:nvPr/>
      </p:nvGrpSpPr>
      <p:grpSpPr>
        <a:xfrm>
          <a:off x="0" y="0"/>
          <a:ext cx="0" cy="0"/>
          <a:chOff x="0" y="0"/>
          <a:chExt cx="0" cy="0"/>
        </a:xfrm>
      </p:grpSpPr>
      <p:sp>
        <p:nvSpPr>
          <p:cNvPr id="7" name="Marcador de posición de imagen 6">
            <a:extLst>
              <a:ext uri="{FF2B5EF4-FFF2-40B4-BE49-F238E27FC236}">
                <a16:creationId xmlns:a16="http://schemas.microsoft.com/office/drawing/2014/main" id="{890ED7CE-A9D2-4D19-B978-56BFB74E657C}"/>
              </a:ext>
            </a:extLst>
          </p:cNvPr>
          <p:cNvSpPr>
            <a:spLocks noGrp="1"/>
          </p:cNvSpPr>
          <p:nvPr>
            <p:ph type="pic" sz="quarter" idx="14" hasCustomPrompt="1"/>
          </p:nvPr>
        </p:nvSpPr>
        <p:spPr>
          <a:xfrm>
            <a:off x="0" y="1"/>
            <a:ext cx="12192000" cy="6371350"/>
          </a:xfrm>
          <a:solidFill>
            <a:schemeClr val="bg1">
              <a:lumMod val="85000"/>
            </a:schemeClr>
          </a:solidFill>
        </p:spPr>
        <p:txBody>
          <a:bodyPr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s-ES" noProof="0"/>
              <a:t>Inserte o arrastre y coloque su foto</a:t>
            </a:r>
          </a:p>
        </p:txBody>
      </p:sp>
      <p:sp>
        <p:nvSpPr>
          <p:cNvPr id="3" name="Marcador de contenido 2">
            <a:extLst>
              <a:ext uri="{FF2B5EF4-FFF2-40B4-BE49-F238E27FC236}">
                <a16:creationId xmlns:a16="http://schemas.microsoft.com/office/drawing/2014/main" id="{A22238F2-C6EC-476F-8371-119AECBA5622}"/>
              </a:ext>
            </a:extLst>
          </p:cNvPr>
          <p:cNvSpPr>
            <a:spLocks noGrp="1"/>
          </p:cNvSpPr>
          <p:nvPr>
            <p:ph sz="half" idx="1" hasCustomPrompt="1"/>
          </p:nvPr>
        </p:nvSpPr>
        <p:spPr>
          <a:xfrm>
            <a:off x="6096000" y="5359400"/>
            <a:ext cx="5664000" cy="565899"/>
          </a:xfrm>
          <a:solidFill>
            <a:schemeClr val="tx1"/>
          </a:solidFill>
        </p:spPr>
        <p:txBody>
          <a:bodyPr lIns="180000" tIns="180000" rIns="180000" bIns="180000" rtlCol="0" anchor="ctr"/>
          <a:lstStyle>
            <a:lvl1pPr marL="0" indent="0" algn="r">
              <a:buNone/>
              <a:defRPr>
                <a:solidFill>
                  <a:schemeClr val="bg1"/>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Escriba la leyenda</a:t>
            </a:r>
          </a:p>
        </p:txBody>
      </p:sp>
      <p:sp>
        <p:nvSpPr>
          <p:cNvPr id="4" name="Marcador de pie de página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es-ES" noProof="0"/>
              <a:t>Agregue un pie de página</a:t>
            </a:r>
          </a:p>
        </p:txBody>
      </p:sp>
      <p:sp>
        <p:nvSpPr>
          <p:cNvPr id="2" name="Marcador de número de diapositiva 1">
            <a:extLst>
              <a:ext uri="{FF2B5EF4-FFF2-40B4-BE49-F238E27FC236}">
                <a16:creationId xmlns:a16="http://schemas.microsoft.com/office/drawing/2014/main" id="{8B3D119C-DBF5-4B4F-BE38-7BD7B5C8A5D0}"/>
              </a:ext>
            </a:extLst>
          </p:cNvPr>
          <p:cNvSpPr>
            <a:spLocks noGrp="1"/>
          </p:cNvSpPr>
          <p:nvPr>
            <p:ph type="sldNum" sz="quarter" idx="15"/>
          </p:nvPr>
        </p:nvSpPr>
        <p:spPr/>
        <p:txBody>
          <a:bodyPr rtlCol="0"/>
          <a:lstStyle/>
          <a:p>
            <a:pPr rtl="0"/>
            <a:fld id="{19B51A1E-902D-48AF-9020-955120F399B6}" type="slidenum">
              <a:rPr lang="es-ES" noProof="0" smtClean="0"/>
              <a:pPr rtl="0"/>
              <a:t>‹Nº›</a:t>
            </a:fld>
            <a:endParaRPr lang="es-ES" noProof="0"/>
          </a:p>
        </p:txBody>
      </p:sp>
      <p:sp>
        <p:nvSpPr>
          <p:cNvPr id="5" name="Título 4">
            <a:extLst>
              <a:ext uri="{FF2B5EF4-FFF2-40B4-BE49-F238E27FC236}">
                <a16:creationId xmlns:a16="http://schemas.microsoft.com/office/drawing/2014/main" id="{7F8E7C83-06D7-4C5B-85B7-0E5713B4FAB3}"/>
              </a:ext>
            </a:extLst>
          </p:cNvPr>
          <p:cNvSpPr>
            <a:spLocks noGrp="1"/>
          </p:cNvSpPr>
          <p:nvPr>
            <p:ph type="title" hasCustomPrompt="1"/>
          </p:nvPr>
        </p:nvSpPr>
        <p:spPr/>
        <p:txBody>
          <a:bodyPr rtlCol="0"/>
          <a:lstStyle/>
          <a:p>
            <a:pPr rtl="0"/>
            <a:r>
              <a:rPr lang="es-ES" noProof="0"/>
              <a:t>Haga clic para editar el estilo de título del patrón</a:t>
            </a:r>
          </a:p>
        </p:txBody>
      </p:sp>
    </p:spTree>
    <p:extLst>
      <p:ext uri="{BB962C8B-B14F-4D97-AF65-F5344CB8AC3E}">
        <p14:creationId xmlns:p14="http://schemas.microsoft.com/office/powerpoint/2010/main" val="1987784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Gracias">
    <p:bg>
      <p:bgPr>
        <a:solidFill>
          <a:schemeClr val="bg1">
            <a:lumMod val="95000"/>
          </a:schemeClr>
        </a:solidFill>
        <a:effectLst/>
      </p:bgPr>
    </p:bg>
    <p:spTree>
      <p:nvGrpSpPr>
        <p:cNvPr id="1" name=""/>
        <p:cNvGrpSpPr/>
        <p:nvPr/>
      </p:nvGrpSpPr>
      <p:grpSpPr>
        <a:xfrm>
          <a:off x="0" y="0"/>
          <a:ext cx="0" cy="0"/>
          <a:chOff x="0" y="0"/>
          <a:chExt cx="0" cy="0"/>
        </a:xfrm>
      </p:grpSpPr>
      <p:sp>
        <p:nvSpPr>
          <p:cNvPr id="41" name="Marcador de posición de imagen 40">
            <a:extLst>
              <a:ext uri="{FF2B5EF4-FFF2-40B4-BE49-F238E27FC236}">
                <a16:creationId xmlns:a16="http://schemas.microsoft.com/office/drawing/2014/main" id="{EB7F0EE8-BE52-4A79-8FC8-4A2487FA01FC}"/>
              </a:ext>
            </a:extLst>
          </p:cNvPr>
          <p:cNvSpPr>
            <a:spLocks noGrp="1"/>
          </p:cNvSpPr>
          <p:nvPr>
            <p:ph type="pic" sz="quarter" idx="10" hasCustomPrompt="1"/>
          </p:nvPr>
        </p:nvSpPr>
        <p:spPr>
          <a:xfrm>
            <a:off x="0" y="0"/>
            <a:ext cx="9780102" cy="6804025"/>
          </a:xfrm>
          <a:solidFill>
            <a:schemeClr val="bg1">
              <a:lumMod val="85000"/>
            </a:schemeClr>
          </a:solidFill>
        </p:spPr>
        <p:txBody>
          <a:bodyPr tIns="0" rtlCol="0" anchor="ctr"/>
          <a:lstStyle>
            <a:lvl1pPr marL="0" indent="0" algn="ctr">
              <a:buNone/>
              <a:defRPr sz="1200" i="1">
                <a:latin typeface="Times New Roman" panose="02020603050405020304" pitchFamily="18" charset="0"/>
                <a:cs typeface="Times New Roman" panose="02020603050405020304" pitchFamily="18" charset="0"/>
              </a:defRPr>
            </a:lvl1pPr>
          </a:lstStyle>
          <a:p>
            <a:pPr rtl="0"/>
            <a:r>
              <a:rPr lang="es-ES" noProof="0"/>
              <a:t>Inserte o arrastre y coloque su foto aquí</a:t>
            </a:r>
          </a:p>
        </p:txBody>
      </p:sp>
      <p:sp>
        <p:nvSpPr>
          <p:cNvPr id="2" name="Título 1">
            <a:extLst>
              <a:ext uri="{FF2B5EF4-FFF2-40B4-BE49-F238E27FC236}">
                <a16:creationId xmlns:a16="http://schemas.microsoft.com/office/drawing/2014/main" id="{00F23EB7-E336-46EB-A4A0-3DB7A6BF4CE1}"/>
              </a:ext>
            </a:extLst>
          </p:cNvPr>
          <p:cNvSpPr>
            <a:spLocks noGrp="1"/>
          </p:cNvSpPr>
          <p:nvPr>
            <p:ph type="ctrTitle" hasCustomPrompt="1"/>
          </p:nvPr>
        </p:nvSpPr>
        <p:spPr>
          <a:xfrm>
            <a:off x="8458200" y="2798354"/>
            <a:ext cx="3733800" cy="1013684"/>
          </a:xfrm>
          <a:solidFill>
            <a:schemeClr val="bg1"/>
          </a:solidFill>
        </p:spPr>
        <p:txBody>
          <a:bodyPr vert="horz" lIns="180000" tIns="180000" rIns="252000" bIns="180000" rtlCol="0" anchor="t">
            <a:noAutofit/>
          </a:bodyPr>
          <a:lstStyle>
            <a:lvl1pPr algn="r">
              <a:defRPr lang="en-ZA" sz="4400" b="1" spc="-300" dirty="0"/>
            </a:lvl1pPr>
          </a:lstStyle>
          <a:p>
            <a:pPr lvl="0" algn="r" rtl="0"/>
            <a:r>
              <a:rPr lang="es-ES" noProof="0"/>
              <a:t>Gracias</a:t>
            </a:r>
          </a:p>
        </p:txBody>
      </p:sp>
      <p:sp>
        <p:nvSpPr>
          <p:cNvPr id="9" name="Marcador de texto 5">
            <a:extLst>
              <a:ext uri="{FF2B5EF4-FFF2-40B4-BE49-F238E27FC236}">
                <a16:creationId xmlns:a16="http://schemas.microsoft.com/office/drawing/2014/main" id="{52FA7FC9-E40E-4144-84E4-34E3722E9A6D}"/>
              </a:ext>
            </a:extLst>
          </p:cNvPr>
          <p:cNvSpPr>
            <a:spLocks noGrp="1"/>
          </p:cNvSpPr>
          <p:nvPr>
            <p:ph type="body" sz="quarter" idx="15" hasCustomPrompt="1"/>
          </p:nvPr>
        </p:nvSpPr>
        <p:spPr>
          <a:xfrm>
            <a:off x="8458200" y="3957705"/>
            <a:ext cx="2910342" cy="316800"/>
          </a:xfrm>
          <a:solidFill>
            <a:schemeClr val="tx1">
              <a:lumMod val="75000"/>
              <a:lumOff val="25000"/>
            </a:schemeClr>
          </a:solidFill>
        </p:spPr>
        <p:txBody>
          <a:bodyPr rIns="72000" rtlCol="0" anchor="ctr"/>
          <a:lstStyle>
            <a:lvl1pPr marL="0" indent="0" algn="r">
              <a:buNone/>
              <a:defRPr sz="12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dirty="0"/>
              <a:t>Nombre completo</a:t>
            </a:r>
          </a:p>
        </p:txBody>
      </p:sp>
      <p:sp>
        <p:nvSpPr>
          <p:cNvPr id="10" name="Marcador de texto 6">
            <a:extLst>
              <a:ext uri="{FF2B5EF4-FFF2-40B4-BE49-F238E27FC236}">
                <a16:creationId xmlns:a16="http://schemas.microsoft.com/office/drawing/2014/main" id="{97289182-4FE6-4A18-9775-4588D5801CF6}"/>
              </a:ext>
            </a:extLst>
          </p:cNvPr>
          <p:cNvSpPr>
            <a:spLocks noGrp="1"/>
          </p:cNvSpPr>
          <p:nvPr>
            <p:ph type="body" sz="quarter" idx="16" hasCustomPrompt="1"/>
          </p:nvPr>
        </p:nvSpPr>
        <p:spPr>
          <a:xfrm>
            <a:off x="8458200" y="4306722"/>
            <a:ext cx="2910342" cy="316800"/>
          </a:xfrm>
          <a:solidFill>
            <a:schemeClr val="tx1">
              <a:lumMod val="75000"/>
              <a:lumOff val="25000"/>
            </a:schemeClr>
          </a:solidFill>
        </p:spPr>
        <p:txBody>
          <a:bodyPr rIns="72000" rtlCol="0" anchor="ctr"/>
          <a:lstStyle>
            <a:lvl1pPr marL="0" indent="0" algn="r">
              <a:buNone/>
              <a:defRPr sz="12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Número de teléfono</a:t>
            </a:r>
          </a:p>
        </p:txBody>
      </p:sp>
      <p:sp>
        <p:nvSpPr>
          <p:cNvPr id="11" name="Marcador de texto 7">
            <a:extLst>
              <a:ext uri="{FF2B5EF4-FFF2-40B4-BE49-F238E27FC236}">
                <a16:creationId xmlns:a16="http://schemas.microsoft.com/office/drawing/2014/main" id="{BD4E94C7-6CAF-4FEE-9E02-D3D3A2AC5EAF}"/>
              </a:ext>
            </a:extLst>
          </p:cNvPr>
          <p:cNvSpPr>
            <a:spLocks noGrp="1"/>
          </p:cNvSpPr>
          <p:nvPr>
            <p:ph type="body" sz="quarter" idx="17" hasCustomPrompt="1"/>
          </p:nvPr>
        </p:nvSpPr>
        <p:spPr>
          <a:xfrm>
            <a:off x="8458200" y="4655739"/>
            <a:ext cx="2910342" cy="316800"/>
          </a:xfrm>
          <a:solidFill>
            <a:schemeClr val="tx1">
              <a:lumMod val="75000"/>
              <a:lumOff val="25000"/>
            </a:schemeClr>
          </a:solidFill>
        </p:spPr>
        <p:txBody>
          <a:bodyPr rIns="72000" rtlCol="0" anchor="ctr"/>
          <a:lstStyle>
            <a:lvl1pPr marL="0" indent="0" algn="r">
              <a:buNone/>
              <a:defRPr sz="12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Identificador de red social o correo electrónico</a:t>
            </a:r>
          </a:p>
        </p:txBody>
      </p:sp>
      <p:sp>
        <p:nvSpPr>
          <p:cNvPr id="12" name="Marcador de texto 8">
            <a:extLst>
              <a:ext uri="{FF2B5EF4-FFF2-40B4-BE49-F238E27FC236}">
                <a16:creationId xmlns:a16="http://schemas.microsoft.com/office/drawing/2014/main" id="{0DE421A3-3C59-48FC-BC3B-007ADFBEB4FE}"/>
              </a:ext>
            </a:extLst>
          </p:cNvPr>
          <p:cNvSpPr>
            <a:spLocks noGrp="1"/>
          </p:cNvSpPr>
          <p:nvPr>
            <p:ph type="body" sz="quarter" idx="18" hasCustomPrompt="1"/>
          </p:nvPr>
        </p:nvSpPr>
        <p:spPr>
          <a:xfrm>
            <a:off x="8458200" y="5004756"/>
            <a:ext cx="2910342" cy="316800"/>
          </a:xfrm>
          <a:solidFill>
            <a:schemeClr val="tx1">
              <a:lumMod val="75000"/>
              <a:lumOff val="25000"/>
            </a:schemeClr>
          </a:solidFill>
        </p:spPr>
        <p:txBody>
          <a:bodyPr rIns="72000" rtlCol="0" anchor="ctr"/>
          <a:lstStyle>
            <a:lvl1pPr marL="0" indent="0" algn="r">
              <a:buNone/>
              <a:defRPr sz="1200">
                <a:solidFill>
                  <a:schemeClr val="bg1"/>
                </a:solidFill>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Sitio web de la empresa</a:t>
            </a:r>
          </a:p>
        </p:txBody>
      </p:sp>
      <p:sp>
        <p:nvSpPr>
          <p:cNvPr id="15" name="Rectángulo 14">
            <a:extLst>
              <a:ext uri="{FF2B5EF4-FFF2-40B4-BE49-F238E27FC236}">
                <a16:creationId xmlns:a16="http://schemas.microsoft.com/office/drawing/2014/main" id="{9504A767-1C0B-484E-BF7D-CD42D30A52EE}"/>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4" name="Rectángulo 13">
            <a:extLst>
              <a:ext uri="{FF2B5EF4-FFF2-40B4-BE49-F238E27FC236}">
                <a16:creationId xmlns:a16="http://schemas.microsoft.com/office/drawing/2014/main" id="{7A13D8A8-6C3D-4527-959D-41C3213F7F0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13" name="Rectángulo 12">
            <a:extLst>
              <a:ext uri="{FF2B5EF4-FFF2-40B4-BE49-F238E27FC236}">
                <a16:creationId xmlns:a16="http://schemas.microsoft.com/office/drawing/2014/main" id="{EC0FBB1B-4F0E-4365-BF27-3150FC6C3B90}"/>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8" name="Rectángulo 7">
            <a:extLst>
              <a:ext uri="{FF2B5EF4-FFF2-40B4-BE49-F238E27FC236}">
                <a16:creationId xmlns:a16="http://schemas.microsoft.com/office/drawing/2014/main" id="{51DD44D8-4A8F-4693-B90A-166855B29D25}"/>
              </a:ext>
            </a:extLst>
          </p:cNvPr>
          <p:cNvSpPr/>
          <p:nvPr userDrawn="1"/>
        </p:nvSpPr>
        <p:spPr>
          <a:xfrm>
            <a:off x="8458200" y="2685912"/>
            <a:ext cx="3733800" cy="11482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5" name="Marcador de número de diapositiva 4">
            <a:extLst>
              <a:ext uri="{FF2B5EF4-FFF2-40B4-BE49-F238E27FC236}">
                <a16:creationId xmlns:a16="http://schemas.microsoft.com/office/drawing/2014/main" id="{222FB6A7-1E80-487C-93E6-DCAA8751EF21}"/>
              </a:ext>
            </a:extLst>
          </p:cNvPr>
          <p:cNvSpPr>
            <a:spLocks noGrp="1"/>
          </p:cNvSpPr>
          <p:nvPr>
            <p:ph type="sldNum" sz="quarter" idx="20"/>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20496631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ítulo y conteni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F4C50-933F-41F9-AD11-BD02410AA7D5}"/>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es-ES" noProof="0"/>
              <a:t>Haga clic para editar el título de la página</a:t>
            </a:r>
          </a:p>
        </p:txBody>
      </p:sp>
      <p:sp>
        <p:nvSpPr>
          <p:cNvPr id="7" name="Subtítulo 2">
            <a:extLst>
              <a:ext uri="{FF2B5EF4-FFF2-40B4-BE49-F238E27FC236}">
                <a16:creationId xmlns:a16="http://schemas.microsoft.com/office/drawing/2014/main" id="{E97A9A62-1AA6-47A9-A1A0-54196823744C}"/>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Subtítulo</a:t>
            </a:r>
          </a:p>
        </p:txBody>
      </p:sp>
      <p:sp>
        <p:nvSpPr>
          <p:cNvPr id="3" name="Marcador de contenido 2">
            <a:extLst>
              <a:ext uri="{FF2B5EF4-FFF2-40B4-BE49-F238E27FC236}">
                <a16:creationId xmlns:a16="http://schemas.microsoft.com/office/drawing/2014/main" id="{B1948E38-8FB0-4E51-A01C-C88794372E50}"/>
              </a:ext>
            </a:extLst>
          </p:cNvPr>
          <p:cNvSpPr>
            <a:spLocks noGrp="1"/>
          </p:cNvSpPr>
          <p:nvPr>
            <p:ph idx="1" hasCustomPrompt="1"/>
          </p:nvPr>
        </p:nvSpPr>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ie de página 3">
            <a:extLst>
              <a:ext uri="{FF2B5EF4-FFF2-40B4-BE49-F238E27FC236}">
                <a16:creationId xmlns:a16="http://schemas.microsoft.com/office/drawing/2014/main" id="{E8FE0EB3-0FF4-4285-B9D3-90A5751B7BBF}"/>
              </a:ext>
            </a:extLst>
          </p:cNvPr>
          <p:cNvSpPr>
            <a:spLocks noGrp="1"/>
          </p:cNvSpPr>
          <p:nvPr>
            <p:ph type="ftr" sz="quarter" idx="12"/>
          </p:nvPr>
        </p:nvSpPr>
        <p:spPr/>
        <p:txBody>
          <a:bodyPr rtlCol="0"/>
          <a:lstStyle/>
          <a:p>
            <a:pPr rtl="0"/>
            <a:r>
              <a:rPr lang="es-ES" noProof="0"/>
              <a:t>Agregue un pie de página</a:t>
            </a:r>
          </a:p>
        </p:txBody>
      </p:sp>
      <p:sp>
        <p:nvSpPr>
          <p:cNvPr id="5" name="Marcador de posición de número de diapositiva 4">
            <a:extLst>
              <a:ext uri="{FF2B5EF4-FFF2-40B4-BE49-F238E27FC236}">
                <a16:creationId xmlns:a16="http://schemas.microsoft.com/office/drawing/2014/main" id="{C8DE0AAD-6FBD-416B-A91A-21F2B737919E}"/>
              </a:ext>
            </a:extLst>
          </p:cNvPr>
          <p:cNvSpPr>
            <a:spLocks noGrp="1"/>
          </p:cNvSpPr>
          <p:nvPr>
            <p:ph type="sldNum" sz="quarter" idx="33"/>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17345016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0EE479C-D1F6-4BAC-80D2-90EF74E3261A}"/>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es-ES" noProof="0"/>
              <a:t>Haga clic para editar el título de la página</a:t>
            </a:r>
          </a:p>
        </p:txBody>
      </p:sp>
      <p:sp>
        <p:nvSpPr>
          <p:cNvPr id="7" name="Subtítulo 2">
            <a:extLst>
              <a:ext uri="{FF2B5EF4-FFF2-40B4-BE49-F238E27FC236}">
                <a16:creationId xmlns:a16="http://schemas.microsoft.com/office/drawing/2014/main" id="{7DEBF36F-ADC5-48FF-BFAF-3BED06924FD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Subtítulo</a:t>
            </a:r>
          </a:p>
        </p:txBody>
      </p:sp>
      <p:sp>
        <p:nvSpPr>
          <p:cNvPr id="3" name="Marcador de contenido 2">
            <a:extLst>
              <a:ext uri="{FF2B5EF4-FFF2-40B4-BE49-F238E27FC236}">
                <a16:creationId xmlns:a16="http://schemas.microsoft.com/office/drawing/2014/main" id="{A22238F2-C6EC-476F-8371-119AECBA5622}"/>
              </a:ext>
            </a:extLst>
          </p:cNvPr>
          <p:cNvSpPr>
            <a:spLocks noGrp="1"/>
          </p:cNvSpPr>
          <p:nvPr>
            <p:ph sz="half" idx="1" hasCustomPrompt="1"/>
          </p:nvPr>
        </p:nvSpPr>
        <p:spPr>
          <a:xfrm>
            <a:off x="432000" y="1512000"/>
            <a:ext cx="5472000" cy="468000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6" name="Marcador de texto 4">
            <a:extLst>
              <a:ext uri="{FF2B5EF4-FFF2-40B4-BE49-F238E27FC236}">
                <a16:creationId xmlns:a16="http://schemas.microsoft.com/office/drawing/2014/main" id="{7867C73D-EE16-41D1-B7CE-A35C765E3B8D}"/>
              </a:ext>
            </a:extLst>
          </p:cNvPr>
          <p:cNvSpPr>
            <a:spLocks noGrp="1"/>
          </p:cNvSpPr>
          <p:nvPr>
            <p:ph type="body" sz="quarter" idx="12" hasCustomPrompt="1"/>
          </p:nvPr>
        </p:nvSpPr>
        <p:spPr>
          <a:xfrm>
            <a:off x="6299887" y="1511250"/>
            <a:ext cx="5472113" cy="4680000"/>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ie de página 3">
            <a:extLst>
              <a:ext uri="{FF2B5EF4-FFF2-40B4-BE49-F238E27FC236}">
                <a16:creationId xmlns:a16="http://schemas.microsoft.com/office/drawing/2014/main" id="{57847F90-9DB6-4832-9EB7-393AADAE8B70}"/>
              </a:ext>
            </a:extLst>
          </p:cNvPr>
          <p:cNvSpPr>
            <a:spLocks noGrp="1"/>
          </p:cNvSpPr>
          <p:nvPr>
            <p:ph type="ftr" sz="quarter" idx="13"/>
          </p:nvPr>
        </p:nvSpPr>
        <p:spPr/>
        <p:txBody>
          <a:bodyPr rtlCol="0"/>
          <a:lstStyle/>
          <a:p>
            <a:pPr rtl="0"/>
            <a:r>
              <a:rPr lang="es-ES" noProof="0"/>
              <a:t>Agregue un pie de página</a:t>
            </a:r>
          </a:p>
        </p:txBody>
      </p:sp>
      <p:sp>
        <p:nvSpPr>
          <p:cNvPr id="5" name="Marcador de posición de número de diapositiva 4">
            <a:extLst>
              <a:ext uri="{FF2B5EF4-FFF2-40B4-BE49-F238E27FC236}">
                <a16:creationId xmlns:a16="http://schemas.microsoft.com/office/drawing/2014/main" id="{F64CFC6C-1D8B-46C9-B0F7-A8BD88D8AB46}"/>
              </a:ext>
            </a:extLst>
          </p:cNvPr>
          <p:cNvSpPr>
            <a:spLocks noGrp="1"/>
          </p:cNvSpPr>
          <p:nvPr>
            <p:ph type="sldNum" sz="quarter" idx="33"/>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891552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lumna 3">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es-ES" noProof="0"/>
              <a:t>Haga clic para editar el título de la página</a:t>
            </a:r>
          </a:p>
        </p:txBody>
      </p:sp>
      <p:sp>
        <p:nvSpPr>
          <p:cNvPr id="9" name="Subtítulo 2">
            <a:extLst>
              <a:ext uri="{FF2B5EF4-FFF2-40B4-BE49-F238E27FC236}">
                <a16:creationId xmlns:a16="http://schemas.microsoft.com/office/drawing/2014/main" id="{F94EB5D3-F8CB-4E76-8D7E-FF441818EECB}"/>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Subtítulo</a:t>
            </a:r>
          </a:p>
        </p:txBody>
      </p:sp>
      <p:sp>
        <p:nvSpPr>
          <p:cNvPr id="3" name="Marcador de contenido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360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16A38E24-EB1C-472F-B631-5DF32F9C4CF5}"/>
              </a:ext>
            </a:extLst>
          </p:cNvPr>
          <p:cNvSpPr>
            <a:spLocks noGrp="1"/>
          </p:cNvSpPr>
          <p:nvPr>
            <p:ph type="body" sz="quarter" idx="12" hasCustomPrompt="1"/>
          </p:nvPr>
        </p:nvSpPr>
        <p:spPr>
          <a:xfrm>
            <a:off x="4301550" y="1511476"/>
            <a:ext cx="3600450" cy="4679249"/>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1" name="Marcador de texto 5">
            <a:extLst>
              <a:ext uri="{FF2B5EF4-FFF2-40B4-BE49-F238E27FC236}">
                <a16:creationId xmlns:a16="http://schemas.microsoft.com/office/drawing/2014/main" id="{5B4A252E-78C9-4F76-98A4-A4B580AD072A}"/>
              </a:ext>
            </a:extLst>
          </p:cNvPr>
          <p:cNvSpPr>
            <a:spLocks noGrp="1"/>
          </p:cNvSpPr>
          <p:nvPr>
            <p:ph type="body" sz="quarter" idx="13" hasCustomPrompt="1"/>
          </p:nvPr>
        </p:nvSpPr>
        <p:spPr>
          <a:xfrm>
            <a:off x="8171550" y="1511475"/>
            <a:ext cx="3600450" cy="4679250"/>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ie de página 3">
            <a:extLst>
              <a:ext uri="{FF2B5EF4-FFF2-40B4-BE49-F238E27FC236}">
                <a16:creationId xmlns:a16="http://schemas.microsoft.com/office/drawing/2014/main" id="{6D4BCA97-F31B-451D-82F8-6E000DF2118A}"/>
              </a:ext>
            </a:extLst>
          </p:cNvPr>
          <p:cNvSpPr>
            <a:spLocks noGrp="1"/>
          </p:cNvSpPr>
          <p:nvPr>
            <p:ph type="ftr" sz="quarter" idx="14"/>
          </p:nvPr>
        </p:nvSpPr>
        <p:spPr/>
        <p:txBody>
          <a:bodyPr rtlCol="0"/>
          <a:lstStyle/>
          <a:p>
            <a:pPr rtl="0"/>
            <a:r>
              <a:rPr lang="es-ES" noProof="0"/>
              <a:t>Agregue un pie de página</a:t>
            </a:r>
          </a:p>
        </p:txBody>
      </p:sp>
      <p:sp>
        <p:nvSpPr>
          <p:cNvPr id="6" name="Marcador de número de diapositiva 5">
            <a:extLst>
              <a:ext uri="{FF2B5EF4-FFF2-40B4-BE49-F238E27FC236}">
                <a16:creationId xmlns:a16="http://schemas.microsoft.com/office/drawing/2014/main" id="{0817AAC4-A657-4D75-A527-0307AFF2B17B}"/>
              </a:ext>
            </a:extLst>
          </p:cNvPr>
          <p:cNvSpPr>
            <a:spLocks noGrp="1"/>
          </p:cNvSpPr>
          <p:nvPr>
            <p:ph type="sldNum" sz="quarter" idx="15"/>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2654388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lumna 5">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FF4C50-933F-41F9-AD11-BD02410AA7D5}"/>
              </a:ext>
            </a:extLst>
          </p:cNvPr>
          <p:cNvSpPr>
            <a:spLocks noGrp="1"/>
          </p:cNvSpPr>
          <p:nvPr>
            <p:ph type="title" hasCustomPrompt="1"/>
          </p:nvPr>
        </p:nvSpPr>
        <p:spPr>
          <a:xfrm>
            <a:off x="432000" y="432000"/>
            <a:ext cx="11340000" cy="432000"/>
          </a:xfrm>
        </p:spPr>
        <p:txBody>
          <a:bodyPr rtlCol="0"/>
          <a:lstStyle>
            <a:lvl1pPr>
              <a:defRPr>
                <a:solidFill>
                  <a:schemeClr val="tx1">
                    <a:lumMod val="75000"/>
                    <a:lumOff val="25000"/>
                  </a:schemeClr>
                </a:solidFill>
              </a:defRPr>
            </a:lvl1pPr>
          </a:lstStyle>
          <a:p>
            <a:pPr rtl="0"/>
            <a:r>
              <a:rPr lang="es-ES" noProof="0"/>
              <a:t>Haga clic para editar el título de la página</a:t>
            </a:r>
          </a:p>
        </p:txBody>
      </p:sp>
      <p:sp>
        <p:nvSpPr>
          <p:cNvPr id="10" name="Subtítulo 2">
            <a:extLst>
              <a:ext uri="{FF2B5EF4-FFF2-40B4-BE49-F238E27FC236}">
                <a16:creationId xmlns:a16="http://schemas.microsoft.com/office/drawing/2014/main" id="{9D7ACCB5-9A86-4F46-89E2-B79F48C9EC1D}"/>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Subtítulo</a:t>
            </a:r>
          </a:p>
        </p:txBody>
      </p:sp>
      <p:sp>
        <p:nvSpPr>
          <p:cNvPr id="3" name="Marcador de contenido 2">
            <a:extLst>
              <a:ext uri="{FF2B5EF4-FFF2-40B4-BE49-F238E27FC236}">
                <a16:creationId xmlns:a16="http://schemas.microsoft.com/office/drawing/2014/main" id="{B1948E38-8FB0-4E51-A01C-C88794372E50}"/>
              </a:ext>
            </a:extLst>
          </p:cNvPr>
          <p:cNvSpPr>
            <a:spLocks noGrp="1"/>
          </p:cNvSpPr>
          <p:nvPr>
            <p:ph idx="1" hasCustomPrompt="1"/>
          </p:nvPr>
        </p:nvSpPr>
        <p:spPr>
          <a:xfrm>
            <a:off x="432000" y="1512000"/>
            <a:ext cx="2160000" cy="4679250"/>
          </a:xfrm>
        </p:spPr>
        <p:txBody>
          <a:bodyPr rtlCol="0"/>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texto 4">
            <a:extLst>
              <a:ext uri="{FF2B5EF4-FFF2-40B4-BE49-F238E27FC236}">
                <a16:creationId xmlns:a16="http://schemas.microsoft.com/office/drawing/2014/main" id="{1F5B3657-F2AE-455A-BF81-1A0C2ACECD20}"/>
              </a:ext>
            </a:extLst>
          </p:cNvPr>
          <p:cNvSpPr>
            <a:spLocks noGrp="1"/>
          </p:cNvSpPr>
          <p:nvPr>
            <p:ph type="body" sz="quarter" idx="12" hasCustomPrompt="1"/>
          </p:nvPr>
        </p:nvSpPr>
        <p:spPr>
          <a:xfrm>
            <a:off x="2726412" y="1512000"/>
            <a:ext cx="2160588" cy="4679250"/>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3" name="Marcador de texto 5">
            <a:extLst>
              <a:ext uri="{FF2B5EF4-FFF2-40B4-BE49-F238E27FC236}">
                <a16:creationId xmlns:a16="http://schemas.microsoft.com/office/drawing/2014/main" id="{6A983D98-E0AB-429A-9EC2-B50D4216D691}"/>
              </a:ext>
            </a:extLst>
          </p:cNvPr>
          <p:cNvSpPr>
            <a:spLocks noGrp="1"/>
          </p:cNvSpPr>
          <p:nvPr>
            <p:ph type="body" sz="quarter" idx="13" hasCustomPrompt="1"/>
          </p:nvPr>
        </p:nvSpPr>
        <p:spPr>
          <a:xfrm>
            <a:off x="5021412" y="1512000"/>
            <a:ext cx="2160588" cy="4679250"/>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5" name="Marcador de texto 6">
            <a:extLst>
              <a:ext uri="{FF2B5EF4-FFF2-40B4-BE49-F238E27FC236}">
                <a16:creationId xmlns:a16="http://schemas.microsoft.com/office/drawing/2014/main" id="{755213BF-EF6D-45DC-A01B-DE6C2F23A6D2}"/>
              </a:ext>
            </a:extLst>
          </p:cNvPr>
          <p:cNvSpPr>
            <a:spLocks noGrp="1"/>
          </p:cNvSpPr>
          <p:nvPr>
            <p:ph type="body" sz="quarter" idx="14" hasCustomPrompt="1"/>
          </p:nvPr>
        </p:nvSpPr>
        <p:spPr>
          <a:xfrm>
            <a:off x="7316412" y="1507535"/>
            <a:ext cx="2160588" cy="4679250"/>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17" name="Marcador de texto 7">
            <a:extLst>
              <a:ext uri="{FF2B5EF4-FFF2-40B4-BE49-F238E27FC236}">
                <a16:creationId xmlns:a16="http://schemas.microsoft.com/office/drawing/2014/main" id="{77D6BBBA-F4A3-45D4-91BC-A405FFDC7C3D}"/>
              </a:ext>
            </a:extLst>
          </p:cNvPr>
          <p:cNvSpPr>
            <a:spLocks noGrp="1"/>
          </p:cNvSpPr>
          <p:nvPr>
            <p:ph type="body" sz="quarter" idx="15" hasCustomPrompt="1"/>
          </p:nvPr>
        </p:nvSpPr>
        <p:spPr>
          <a:xfrm>
            <a:off x="9611412" y="1507535"/>
            <a:ext cx="2160588" cy="4683715"/>
          </a:xfrm>
        </p:spPr>
        <p:txBody>
          <a:bodyPr rtlCol="0"/>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4" name="Marcador de pie de página 3">
            <a:extLst>
              <a:ext uri="{FF2B5EF4-FFF2-40B4-BE49-F238E27FC236}">
                <a16:creationId xmlns:a16="http://schemas.microsoft.com/office/drawing/2014/main" id="{2D09234E-176D-4BBF-9391-7B6F018C51AB}"/>
              </a:ext>
            </a:extLst>
          </p:cNvPr>
          <p:cNvSpPr>
            <a:spLocks noGrp="1"/>
          </p:cNvSpPr>
          <p:nvPr>
            <p:ph type="ftr" sz="quarter" idx="16"/>
          </p:nvPr>
        </p:nvSpPr>
        <p:spPr/>
        <p:txBody>
          <a:bodyPr rtlCol="0"/>
          <a:lstStyle/>
          <a:p>
            <a:pPr rtl="0"/>
            <a:r>
              <a:rPr lang="es-ES" noProof="0"/>
              <a:t>Agregue un pie de página</a:t>
            </a:r>
          </a:p>
        </p:txBody>
      </p:sp>
      <p:sp>
        <p:nvSpPr>
          <p:cNvPr id="6" name="Marcador de número de diapositiva 5">
            <a:extLst>
              <a:ext uri="{FF2B5EF4-FFF2-40B4-BE49-F238E27FC236}">
                <a16:creationId xmlns:a16="http://schemas.microsoft.com/office/drawing/2014/main" id="{009ABD5E-B8F1-4246-B167-09138760AD7D}"/>
              </a:ext>
            </a:extLst>
          </p:cNvPr>
          <p:cNvSpPr>
            <a:spLocks noGrp="1"/>
          </p:cNvSpPr>
          <p:nvPr>
            <p:ph type="sldNum" sz="quarter" idx="33"/>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9748372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FC626A5-4FF6-42BD-858A-AE4B2C23A6BC}"/>
              </a:ext>
            </a:extLst>
          </p:cNvPr>
          <p:cNvSpPr>
            <a:spLocks noGrp="1"/>
          </p:cNvSpPr>
          <p:nvPr>
            <p:ph type="title" hasCustomPrompt="1"/>
          </p:nvPr>
        </p:nvSpPr>
        <p:spPr/>
        <p:txBody>
          <a:bodyPr rtlCol="0"/>
          <a:lstStyle>
            <a:lvl1pPr>
              <a:defRPr>
                <a:solidFill>
                  <a:schemeClr val="tx1">
                    <a:lumMod val="75000"/>
                    <a:lumOff val="25000"/>
                  </a:schemeClr>
                </a:solidFill>
              </a:defRPr>
            </a:lvl1pPr>
          </a:lstStyle>
          <a:p>
            <a:pPr rtl="0"/>
            <a:r>
              <a:rPr lang="es-ES" noProof="0"/>
              <a:t>Haga clic para editar el título de la página</a:t>
            </a:r>
          </a:p>
        </p:txBody>
      </p:sp>
      <p:sp>
        <p:nvSpPr>
          <p:cNvPr id="5" name="Subtítulo 2">
            <a:extLst>
              <a:ext uri="{FF2B5EF4-FFF2-40B4-BE49-F238E27FC236}">
                <a16:creationId xmlns:a16="http://schemas.microsoft.com/office/drawing/2014/main" id="{10727B06-56A8-44A2-B6C2-9ED183D107F3}"/>
              </a:ext>
            </a:extLst>
          </p:cNvPr>
          <p:cNvSpPr>
            <a:spLocks noGrp="1"/>
          </p:cNvSpPr>
          <p:nvPr>
            <p:ph type="body" sz="quarter" idx="32" hasCustomPrompt="1"/>
          </p:nvPr>
        </p:nvSpPr>
        <p:spPr>
          <a:xfrm>
            <a:off x="431800" y="1008000"/>
            <a:ext cx="11339513" cy="360000"/>
          </a:xfrm>
        </p:spPr>
        <p:txBody>
          <a:bodyPr rtlCol="0"/>
          <a:lstStyle>
            <a:lvl1pPr marL="0" indent="0">
              <a:buNone/>
              <a:defRPr/>
            </a:lvl1pPr>
            <a:lvl2pPr marL="266700" indent="0">
              <a:buNone/>
              <a:defRPr/>
            </a:lvl2pPr>
            <a:lvl3pPr marL="542925" indent="0">
              <a:buNone/>
              <a:defRPr/>
            </a:lvl3pPr>
            <a:lvl4pPr marL="809625" indent="0">
              <a:buNone/>
              <a:defRPr/>
            </a:lvl4pPr>
            <a:lvl5pPr marL="1076325" indent="0">
              <a:buNone/>
              <a:defRPr/>
            </a:lvl5pPr>
          </a:lstStyle>
          <a:p>
            <a:pPr lvl="0" rtl="0"/>
            <a:r>
              <a:rPr lang="es-ES" noProof="0"/>
              <a:t>Subtítulo</a:t>
            </a:r>
          </a:p>
        </p:txBody>
      </p:sp>
      <p:sp>
        <p:nvSpPr>
          <p:cNvPr id="3" name="Marcador de pie de página 2">
            <a:extLst>
              <a:ext uri="{FF2B5EF4-FFF2-40B4-BE49-F238E27FC236}">
                <a16:creationId xmlns:a16="http://schemas.microsoft.com/office/drawing/2014/main" id="{08CCB8C2-B6A2-4C69-8D3A-57420A034BA4}"/>
              </a:ext>
            </a:extLst>
          </p:cNvPr>
          <p:cNvSpPr>
            <a:spLocks noGrp="1"/>
          </p:cNvSpPr>
          <p:nvPr>
            <p:ph type="ftr" sz="quarter" idx="12"/>
          </p:nvPr>
        </p:nvSpPr>
        <p:spPr/>
        <p:txBody>
          <a:bodyPr rtlCol="0"/>
          <a:lstStyle/>
          <a:p>
            <a:pPr rtl="0"/>
            <a:r>
              <a:rPr lang="es-ES" noProof="0"/>
              <a:t>Agregue un pie de página</a:t>
            </a:r>
          </a:p>
        </p:txBody>
      </p:sp>
      <p:sp>
        <p:nvSpPr>
          <p:cNvPr id="4" name="Marcador de posición de número de diapositiva 3">
            <a:extLst>
              <a:ext uri="{FF2B5EF4-FFF2-40B4-BE49-F238E27FC236}">
                <a16:creationId xmlns:a16="http://schemas.microsoft.com/office/drawing/2014/main" id="{853CF994-8B2C-443F-B695-7378DD360DAA}"/>
              </a:ext>
            </a:extLst>
          </p:cNvPr>
          <p:cNvSpPr>
            <a:spLocks noGrp="1"/>
          </p:cNvSpPr>
          <p:nvPr>
            <p:ph type="sldNum" sz="quarter" idx="33"/>
          </p:nvPr>
        </p:nvSpPr>
        <p:spPr/>
        <p:txBody>
          <a:bodyPr rtlCol="0"/>
          <a:lstStyle/>
          <a:p>
            <a:pPr rtl="0"/>
            <a:fld id="{19B51A1E-902D-48AF-9020-955120F399B6}" type="slidenum">
              <a:rPr lang="es-ES" noProof="0" smtClean="0"/>
              <a:pPr rtl="0"/>
              <a:t>‹Nº›</a:t>
            </a:fld>
            <a:endParaRPr lang="es-ES" noProof="0"/>
          </a:p>
        </p:txBody>
      </p:sp>
    </p:spTree>
    <p:extLst>
      <p:ext uri="{BB962C8B-B14F-4D97-AF65-F5344CB8AC3E}">
        <p14:creationId xmlns:p14="http://schemas.microsoft.com/office/powerpoint/2010/main" val="150585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En blanco">
    <p:spTree>
      <p:nvGrpSpPr>
        <p:cNvPr id="1" name=""/>
        <p:cNvGrpSpPr/>
        <p:nvPr/>
      </p:nvGrpSpPr>
      <p:grpSpPr>
        <a:xfrm>
          <a:off x="0" y="0"/>
          <a:ext cx="0" cy="0"/>
          <a:chOff x="0" y="0"/>
          <a:chExt cx="0" cy="0"/>
        </a:xfrm>
      </p:grpSpPr>
      <p:sp>
        <p:nvSpPr>
          <p:cNvPr id="2" name="Marcador de pie de página 1">
            <a:extLst>
              <a:ext uri="{FF2B5EF4-FFF2-40B4-BE49-F238E27FC236}">
                <a16:creationId xmlns:a16="http://schemas.microsoft.com/office/drawing/2014/main" id="{16D0504D-4610-4E9E-A2DB-8B701F044BBC}"/>
              </a:ext>
            </a:extLst>
          </p:cNvPr>
          <p:cNvSpPr>
            <a:spLocks noGrp="1"/>
          </p:cNvSpPr>
          <p:nvPr>
            <p:ph type="ftr" sz="quarter" idx="12"/>
          </p:nvPr>
        </p:nvSpPr>
        <p:spPr/>
        <p:txBody>
          <a:bodyPr rtlCol="0"/>
          <a:lstStyle/>
          <a:p>
            <a:pPr rtl="0"/>
            <a:r>
              <a:rPr lang="es-ES" noProof="0"/>
              <a:t>Agregue un pie de página</a:t>
            </a:r>
          </a:p>
        </p:txBody>
      </p:sp>
      <p:sp>
        <p:nvSpPr>
          <p:cNvPr id="3" name="Marcador de número de diapositiva 2">
            <a:extLst>
              <a:ext uri="{FF2B5EF4-FFF2-40B4-BE49-F238E27FC236}">
                <a16:creationId xmlns:a16="http://schemas.microsoft.com/office/drawing/2014/main" id="{A95CDFA7-DEA3-4BBE-8D70-0AF654A1E6FF}"/>
              </a:ext>
            </a:extLst>
          </p:cNvPr>
          <p:cNvSpPr>
            <a:spLocks noGrp="1"/>
          </p:cNvSpPr>
          <p:nvPr>
            <p:ph type="sldNum" sz="quarter" idx="13"/>
          </p:nvPr>
        </p:nvSpPr>
        <p:spPr/>
        <p:txBody>
          <a:bodyPr rtlCol="0"/>
          <a:lstStyle/>
          <a:p>
            <a:pPr rtl="0"/>
            <a:fld id="{19B51A1E-902D-48AF-9020-955120F399B6}" type="slidenum">
              <a:rPr lang="es-ES" noProof="0" smtClean="0"/>
              <a:pPr rtl="0"/>
              <a:t>‹Nº›</a:t>
            </a:fld>
            <a:endParaRPr lang="es-ES" noProof="0"/>
          </a:p>
        </p:txBody>
      </p:sp>
      <p:sp>
        <p:nvSpPr>
          <p:cNvPr id="4" name="Título 3">
            <a:extLst>
              <a:ext uri="{FF2B5EF4-FFF2-40B4-BE49-F238E27FC236}">
                <a16:creationId xmlns:a16="http://schemas.microsoft.com/office/drawing/2014/main" id="{90694D9D-C633-4D52-965E-E5BBD9883037}"/>
              </a:ext>
            </a:extLst>
          </p:cNvPr>
          <p:cNvSpPr>
            <a:spLocks noGrp="1"/>
          </p:cNvSpPr>
          <p:nvPr>
            <p:ph type="title" hasCustomPrompt="1"/>
          </p:nvPr>
        </p:nvSpPr>
        <p:spPr/>
        <p:txBody>
          <a:bodyPr rtlCol="0"/>
          <a:lstStyle/>
          <a:p>
            <a:pPr rtl="0"/>
            <a:r>
              <a:rPr lang="es-ES" noProof="0"/>
              <a:t>Haga clic para editar el estilo de título del patrón</a:t>
            </a:r>
          </a:p>
        </p:txBody>
      </p:sp>
    </p:spTree>
    <p:extLst>
      <p:ext uri="{BB962C8B-B14F-4D97-AF65-F5344CB8AC3E}">
        <p14:creationId xmlns:p14="http://schemas.microsoft.com/office/powerpoint/2010/main" val="1139767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ángulo 6">
            <a:extLst>
              <a:ext uri="{FF2B5EF4-FFF2-40B4-BE49-F238E27FC236}">
                <a16:creationId xmlns:a16="http://schemas.microsoft.com/office/drawing/2014/main" id="{3EB0D177-9AA4-42F4-9CD7-CD206217CA6D}"/>
              </a:ext>
            </a:extLst>
          </p:cNvPr>
          <p:cNvSpPr/>
          <p:nvPr userDrawn="1"/>
        </p:nvSpPr>
        <p:spPr>
          <a:xfrm>
            <a:off x="9780101" y="6371351"/>
            <a:ext cx="1979897" cy="4319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8" name="Rectángulo 27">
            <a:extLst>
              <a:ext uri="{FF2B5EF4-FFF2-40B4-BE49-F238E27FC236}">
                <a16:creationId xmlns:a16="http://schemas.microsoft.com/office/drawing/2014/main" id="{C825DB53-D610-4A40-AFDC-EBC47DB613CE}"/>
              </a:ext>
            </a:extLst>
          </p:cNvPr>
          <p:cNvSpPr/>
          <p:nvPr userDrawn="1"/>
        </p:nvSpPr>
        <p:spPr>
          <a:xfrm>
            <a:off x="9780103" y="6803351"/>
            <a:ext cx="1979897" cy="5465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31" name="Forma libre: Forma 30">
            <a:extLst>
              <a:ext uri="{FF2B5EF4-FFF2-40B4-BE49-F238E27FC236}">
                <a16:creationId xmlns:a16="http://schemas.microsoft.com/office/drawing/2014/main" id="{C2B9A6A4-83D0-40B1-8B15-964C84BF0705}"/>
              </a:ext>
            </a:extLst>
          </p:cNvPr>
          <p:cNvSpPr/>
          <p:nvPr userDrawn="1"/>
        </p:nvSpPr>
        <p:spPr>
          <a:xfrm>
            <a:off x="0" y="6371351"/>
            <a:ext cx="9780102" cy="432000"/>
          </a:xfrm>
          <a:custGeom>
            <a:avLst/>
            <a:gdLst>
              <a:gd name="connsiteX0" fmla="*/ 0 w 9780102"/>
              <a:gd name="connsiteY0" fmla="*/ 0 h 432000"/>
              <a:gd name="connsiteX1" fmla="*/ 9780102 w 9780102"/>
              <a:gd name="connsiteY1" fmla="*/ 0 h 432000"/>
              <a:gd name="connsiteX2" fmla="*/ 9780102 w 9780102"/>
              <a:gd name="connsiteY2" fmla="*/ 432000 h 432000"/>
              <a:gd name="connsiteX3" fmla="*/ 0 w 9780102"/>
              <a:gd name="connsiteY3" fmla="*/ 432000 h 432000"/>
            </a:gdLst>
            <a:ahLst/>
            <a:cxnLst>
              <a:cxn ang="0">
                <a:pos x="connsiteX0" y="connsiteY0"/>
              </a:cxn>
              <a:cxn ang="0">
                <a:pos x="connsiteX1" y="connsiteY1"/>
              </a:cxn>
              <a:cxn ang="0">
                <a:pos x="connsiteX2" y="connsiteY2"/>
              </a:cxn>
              <a:cxn ang="0">
                <a:pos x="connsiteX3" y="connsiteY3"/>
              </a:cxn>
            </a:cxnLst>
            <a:rect l="l" t="t" r="r" b="b"/>
            <a:pathLst>
              <a:path w="9780102" h="432000">
                <a:moveTo>
                  <a:pt x="0" y="0"/>
                </a:moveTo>
                <a:lnTo>
                  <a:pt x="9780102" y="0"/>
                </a:lnTo>
                <a:lnTo>
                  <a:pt x="9780102" y="432000"/>
                </a:lnTo>
                <a:lnTo>
                  <a:pt x="0" y="432000"/>
                </a:lnTo>
                <a:close/>
              </a:path>
            </a:pathLst>
          </a:cu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 name="Marcador de título 1">
            <a:extLst>
              <a:ext uri="{FF2B5EF4-FFF2-40B4-BE49-F238E27FC236}">
                <a16:creationId xmlns:a16="http://schemas.microsoft.com/office/drawing/2014/main" id="{090F41A2-6535-4CA6-81E4-026A5B56D9D7}"/>
              </a:ext>
            </a:extLst>
          </p:cNvPr>
          <p:cNvSpPr>
            <a:spLocks noGrp="1"/>
          </p:cNvSpPr>
          <p:nvPr>
            <p:ph type="title"/>
          </p:nvPr>
        </p:nvSpPr>
        <p:spPr>
          <a:xfrm>
            <a:off x="432000" y="432000"/>
            <a:ext cx="11328000" cy="432000"/>
          </a:xfrm>
          <a:prstGeom prst="rect">
            <a:avLst/>
          </a:prstGeom>
        </p:spPr>
        <p:txBody>
          <a:bodyPr vert="horz" lIns="0" tIns="0" rIns="0" bIns="0" rtlCol="0" anchor="ctr">
            <a:noAutofit/>
          </a:bodyPr>
          <a:lstStyle/>
          <a:p>
            <a:pPr rtl="0"/>
            <a:r>
              <a:rPr lang="es-ES" noProof="0"/>
              <a:t>Haga clic para editar el título de la página</a:t>
            </a:r>
          </a:p>
        </p:txBody>
      </p:sp>
      <p:sp>
        <p:nvSpPr>
          <p:cNvPr id="3" name="Marcador de texto 2">
            <a:extLst>
              <a:ext uri="{FF2B5EF4-FFF2-40B4-BE49-F238E27FC236}">
                <a16:creationId xmlns:a16="http://schemas.microsoft.com/office/drawing/2014/main" id="{213AB95C-7DD4-4796-80E4-1B7466A2A037}"/>
              </a:ext>
            </a:extLst>
          </p:cNvPr>
          <p:cNvSpPr>
            <a:spLocks noGrp="1"/>
          </p:cNvSpPr>
          <p:nvPr>
            <p:ph type="body" idx="1"/>
          </p:nvPr>
        </p:nvSpPr>
        <p:spPr>
          <a:xfrm>
            <a:off x="432000" y="1512000"/>
            <a:ext cx="11328000" cy="4679250"/>
          </a:xfrm>
          <a:prstGeom prst="rect">
            <a:avLst/>
          </a:prstGeom>
        </p:spPr>
        <p:txBody>
          <a:bodyPr vert="horz" lIns="0" tIns="0" rIns="0" bIns="0" rtlCol="0">
            <a:noAutofit/>
          </a:bodyPr>
          <a:lstStyle/>
          <a:p>
            <a:pPr lvl="0" rtl="0"/>
            <a:r>
              <a:rPr lang="es-ES" noProof="0"/>
              <a:t>Editar estilos de texto del patrón</a:t>
            </a:r>
          </a:p>
          <a:p>
            <a:pPr lvl="1" rtl="0"/>
            <a:r>
              <a:rPr lang="es-ES" noProof="0"/>
              <a:t>Segundo nivel</a:t>
            </a:r>
          </a:p>
          <a:p>
            <a:pPr lvl="2" rtl="0"/>
            <a:r>
              <a:rPr lang="es-ES" noProof="0"/>
              <a:t>Tercer nivel</a:t>
            </a:r>
          </a:p>
          <a:p>
            <a:pPr lvl="3" rtl="0"/>
            <a:r>
              <a:rPr lang="es-ES" noProof="0"/>
              <a:t>Cuarto nivel</a:t>
            </a:r>
          </a:p>
          <a:p>
            <a:pPr lvl="4" rtl="0"/>
            <a:r>
              <a:rPr lang="es-ES" noProof="0"/>
              <a:t>Quinto nivel</a:t>
            </a:r>
          </a:p>
        </p:txBody>
      </p:sp>
      <p:sp>
        <p:nvSpPr>
          <p:cNvPr id="5" name="Marcador de pie de página 4">
            <a:extLst>
              <a:ext uri="{FF2B5EF4-FFF2-40B4-BE49-F238E27FC236}">
                <a16:creationId xmlns:a16="http://schemas.microsoft.com/office/drawing/2014/main" id="{58879C91-B77F-4273-9A27-A3535FB889DB}"/>
              </a:ext>
            </a:extLst>
          </p:cNvPr>
          <p:cNvSpPr>
            <a:spLocks noGrp="1"/>
          </p:cNvSpPr>
          <p:nvPr>
            <p:ph type="ftr" sz="quarter" idx="3"/>
          </p:nvPr>
        </p:nvSpPr>
        <p:spPr>
          <a:xfrm>
            <a:off x="432000" y="6439820"/>
            <a:ext cx="5664000" cy="295062"/>
          </a:xfrm>
          <a:prstGeom prst="rect">
            <a:avLst/>
          </a:prstGeom>
          <a:noFill/>
        </p:spPr>
        <p:txBody>
          <a:bodyPr vert="horz" lIns="0" tIns="0" rIns="0" bIns="0" rtlCol="0" anchor="ctr"/>
          <a:lstStyle>
            <a:lvl1pPr algn="l">
              <a:defRPr sz="1200">
                <a:solidFill>
                  <a:schemeClr val="tx1">
                    <a:lumMod val="75000"/>
                    <a:lumOff val="25000"/>
                  </a:schemeClr>
                </a:solidFill>
              </a:defRPr>
            </a:lvl1pPr>
          </a:lstStyle>
          <a:p>
            <a:pPr rtl="0"/>
            <a:r>
              <a:rPr lang="es-ES" noProof="0"/>
              <a:t>Agregue un pie de página</a:t>
            </a:r>
          </a:p>
        </p:txBody>
      </p:sp>
      <p:sp>
        <p:nvSpPr>
          <p:cNvPr id="6" name="Marcador de número de diapositiva 5">
            <a:extLst>
              <a:ext uri="{FF2B5EF4-FFF2-40B4-BE49-F238E27FC236}">
                <a16:creationId xmlns:a16="http://schemas.microsoft.com/office/drawing/2014/main" id="{5ECA3099-A94F-4C3E-BC29-780EDD38F722}"/>
              </a:ext>
            </a:extLst>
          </p:cNvPr>
          <p:cNvSpPr>
            <a:spLocks noGrp="1"/>
          </p:cNvSpPr>
          <p:nvPr>
            <p:ph type="sldNum" sz="quarter" idx="4"/>
          </p:nvPr>
        </p:nvSpPr>
        <p:spPr>
          <a:xfrm>
            <a:off x="11760000" y="6371351"/>
            <a:ext cx="432000" cy="432000"/>
          </a:xfrm>
          <a:prstGeom prst="rect">
            <a:avLst/>
          </a:prstGeom>
          <a:solidFill>
            <a:schemeClr val="tx1">
              <a:lumMod val="75000"/>
              <a:lumOff val="25000"/>
            </a:schemeClr>
          </a:solidFill>
        </p:spPr>
        <p:txBody>
          <a:bodyPr vert="horz" lIns="0" tIns="0" rIns="0" bIns="0" rtlCol="0" anchor="ctr"/>
          <a:lstStyle>
            <a:lvl1pPr algn="ctr">
              <a:defRPr sz="1200">
                <a:solidFill>
                  <a:schemeClr val="bg1"/>
                </a:solidFill>
                <a:latin typeface="+mj-lt"/>
              </a:defRPr>
            </a:lvl1pPr>
          </a:lstStyle>
          <a:p>
            <a:pPr rtl="0"/>
            <a:fld id="{19B51A1E-902D-48AF-9020-955120F399B6}" type="slidenum">
              <a:rPr lang="es-ES" noProof="0" smtClean="0"/>
              <a:pPr rtl="0"/>
              <a:t>‹Nº›</a:t>
            </a:fld>
            <a:endParaRPr lang="es-ES" noProof="0"/>
          </a:p>
        </p:txBody>
      </p:sp>
      <p:sp>
        <p:nvSpPr>
          <p:cNvPr id="4" name="Cuadro de texto 3">
            <a:extLst>
              <a:ext uri="{FF2B5EF4-FFF2-40B4-BE49-F238E27FC236}">
                <a16:creationId xmlns:a16="http://schemas.microsoft.com/office/drawing/2014/main" id="{34FDC6F9-37F9-4E25-AECA-D307B8421C73}"/>
              </a:ext>
            </a:extLst>
          </p:cNvPr>
          <p:cNvSpPr txBox="1"/>
          <p:nvPr userDrawn="1"/>
        </p:nvSpPr>
        <p:spPr>
          <a:xfrm>
            <a:off x="10243100" y="6422491"/>
            <a:ext cx="1053900" cy="380860"/>
          </a:xfrm>
          <a:prstGeom prst="rect">
            <a:avLst/>
          </a:prstGeom>
          <a:noFill/>
        </p:spPr>
        <p:txBody>
          <a:bodyPr wrap="square" tIns="108000" bIns="0" rtlCol="0" anchor="ctr">
            <a:spAutoFit/>
          </a:bodyPr>
          <a:lstStyle/>
          <a:p>
            <a:pPr algn="r" rtl="0">
              <a:lnSpc>
                <a:spcPts val="1000"/>
              </a:lnSpc>
            </a:pPr>
            <a:r>
              <a:rPr lang="es-ES" sz="2500" b="1" i="0" spc="-100" noProof="0" dirty="0">
                <a:solidFill>
                  <a:schemeClr val="accent1"/>
                </a:solidFill>
                <a:latin typeface="+mj-lt"/>
              </a:rPr>
              <a:t>TREY</a:t>
            </a:r>
            <a:r>
              <a:rPr lang="es-ES" sz="1600" b="1" i="0" spc="-100" noProof="0" dirty="0">
                <a:solidFill>
                  <a:schemeClr val="accent1"/>
                </a:solidFill>
                <a:latin typeface="+mj-lt"/>
              </a:rPr>
              <a:t> </a:t>
            </a:r>
            <a:br>
              <a:rPr lang="es-ES" sz="1600" b="1" i="0" spc="-100" baseline="0" noProof="0" dirty="0">
                <a:solidFill>
                  <a:schemeClr val="accent1"/>
                </a:solidFill>
                <a:latin typeface="+mj-lt"/>
              </a:rPr>
            </a:br>
            <a:r>
              <a:rPr lang="es-ES" sz="1200" b="0" i="0" spc="140" noProof="0" dirty="0">
                <a:solidFill>
                  <a:schemeClr val="tx1">
                    <a:lumMod val="75000"/>
                    <a:lumOff val="25000"/>
                  </a:schemeClr>
                </a:solidFill>
                <a:latin typeface="+mj-lt"/>
              </a:rPr>
              <a:t>research</a:t>
            </a:r>
          </a:p>
        </p:txBody>
      </p:sp>
      <p:sp>
        <p:nvSpPr>
          <p:cNvPr id="9" name="Rectángulo 8">
            <a:extLst>
              <a:ext uri="{FF2B5EF4-FFF2-40B4-BE49-F238E27FC236}">
                <a16:creationId xmlns:a16="http://schemas.microsoft.com/office/drawing/2014/main" id="{4BC39664-EB8B-4A32-915A-D4308F792772}"/>
              </a:ext>
            </a:extLst>
          </p:cNvPr>
          <p:cNvSpPr/>
          <p:nvPr userDrawn="1"/>
        </p:nvSpPr>
        <p:spPr>
          <a:xfrm>
            <a:off x="0" y="6803351"/>
            <a:ext cx="9780104" cy="5465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sp>
        <p:nvSpPr>
          <p:cNvPr id="29" name="Rectángulo 28">
            <a:extLst>
              <a:ext uri="{FF2B5EF4-FFF2-40B4-BE49-F238E27FC236}">
                <a16:creationId xmlns:a16="http://schemas.microsoft.com/office/drawing/2014/main" id="{9B49670D-8F18-44A8-B217-67B412095C0D}"/>
              </a:ext>
            </a:extLst>
          </p:cNvPr>
          <p:cNvSpPr/>
          <p:nvPr userDrawn="1"/>
        </p:nvSpPr>
        <p:spPr>
          <a:xfrm>
            <a:off x="11760000" y="6803351"/>
            <a:ext cx="432000" cy="546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s-ES" noProof="0"/>
          </a:p>
        </p:txBody>
      </p:sp>
      <p:cxnSp>
        <p:nvCxnSpPr>
          <p:cNvPr id="18" name="Conector recto 17">
            <a:extLst>
              <a:ext uri="{FF2B5EF4-FFF2-40B4-BE49-F238E27FC236}">
                <a16:creationId xmlns:a16="http://schemas.microsoft.com/office/drawing/2014/main" id="{030FA059-EC32-4FFF-9673-48849B2FA43A}"/>
              </a:ext>
            </a:extLst>
          </p:cNvPr>
          <p:cNvCxnSpPr>
            <a:cxnSpLocks/>
          </p:cNvCxnSpPr>
          <p:nvPr userDrawn="1"/>
        </p:nvCxnSpPr>
        <p:spPr>
          <a:xfrm flipH="1">
            <a:off x="1" y="6371351"/>
            <a:ext cx="12191999" cy="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6163275"/>
      </p:ext>
    </p:extLst>
  </p:cSld>
  <p:clrMap bg1="lt1" tx1="dk1" bg2="lt2" tx2="dk2" accent1="accent1" accent2="accent2" accent3="accent3" accent4="accent4" accent5="accent5" accent6="accent6" hlink="hlink" folHlink="folHlink"/>
  <p:sldLayoutIdLst>
    <p:sldLayoutId id="2147483649" r:id="rId1"/>
    <p:sldLayoutId id="2147483662" r:id="rId2"/>
    <p:sldLayoutId id="2147483663" r:id="rId3"/>
    <p:sldLayoutId id="2147483658" r:id="rId4"/>
    <p:sldLayoutId id="2147483666" r:id="rId5"/>
    <p:sldLayoutId id="2147483659" r:id="rId6"/>
    <p:sldLayoutId id="2147483660" r:id="rId7"/>
    <p:sldLayoutId id="2147483664" r:id="rId8"/>
    <p:sldLayoutId id="2147483650" r:id="rId9"/>
    <p:sldLayoutId id="2147483652" r:id="rId10"/>
    <p:sldLayoutId id="2147483656" r:id="rId11"/>
    <p:sldLayoutId id="2147483657" r:id="rId12"/>
    <p:sldLayoutId id="2147483654" r:id="rId13"/>
    <p:sldLayoutId id="2147483655" r:id="rId14"/>
  </p:sldLayoutIdLst>
  <p:hf hdr="0" dt="0"/>
  <p:txStyles>
    <p:titleStyle>
      <a:lvl1pPr algn="l" defTabSz="914400" rtl="0" eaLnBrk="1" latinLnBrk="0" hangingPunct="1">
        <a:lnSpc>
          <a:spcPct val="90000"/>
        </a:lnSpc>
        <a:spcBef>
          <a:spcPct val="0"/>
        </a:spcBef>
        <a:buNone/>
        <a:defRPr sz="3200" b="1" kern="1200" spc="-150">
          <a:solidFill>
            <a:schemeClr val="tx1">
              <a:lumMod val="75000"/>
              <a:lumOff val="25000"/>
            </a:schemeClr>
          </a:solidFill>
          <a:latin typeface="+mj-lt"/>
          <a:ea typeface="+mj-ea"/>
          <a:cs typeface="+mj-cs"/>
        </a:defRPr>
      </a:lvl1pPr>
    </p:titleStyle>
    <p:body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image" Target="../media/image21.jpeg"/><Relationship Id="rId7" Type="http://schemas.openxmlformats.org/officeDocument/2006/relationships/image" Target="../media/image25.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svg"/><Relationship Id="rId10" Type="http://schemas.openxmlformats.org/officeDocument/2006/relationships/image" Target="../media/image1.png"/><Relationship Id="rId4" Type="http://schemas.openxmlformats.org/officeDocument/2006/relationships/image" Target="../media/image22.png"/><Relationship Id="rId9" Type="http://schemas.openxmlformats.org/officeDocument/2006/relationships/image" Target="../media/image27.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posición de imagen 6">
            <a:extLst>
              <a:ext uri="{FF2B5EF4-FFF2-40B4-BE49-F238E27FC236}">
                <a16:creationId xmlns:a16="http://schemas.microsoft.com/office/drawing/2014/main" id="{BB827649-CA68-418F-9771-2E7AF72DBFE6}"/>
              </a:ext>
            </a:extLst>
          </p:cNvPr>
          <p:cNvPicPr>
            <a:picLocks noGrp="1" noChangeAspect="1"/>
          </p:cNvPicPr>
          <p:nvPr>
            <p:ph type="pic" sz="quarter" idx="10"/>
          </p:nvPr>
        </p:nvPicPr>
        <p:blipFill rotWithShape="1">
          <a:blip r:embed="rId3"/>
          <a:srcRect l="25943" t="17050" r="36935" b="37658"/>
          <a:stretch/>
        </p:blipFill>
        <p:spPr>
          <a:xfrm>
            <a:off x="1378423" y="437123"/>
            <a:ext cx="8395850" cy="5759355"/>
          </a:xfrm>
          <a:prstGeom prst="rect">
            <a:avLst/>
          </a:prstGeom>
        </p:spPr>
      </p:pic>
    </p:spTree>
    <p:extLst>
      <p:ext uri="{BB962C8B-B14F-4D97-AF65-F5344CB8AC3E}">
        <p14:creationId xmlns:p14="http://schemas.microsoft.com/office/powerpoint/2010/main" val="39899232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a:extLst>
              <a:ext uri="{FF2B5EF4-FFF2-40B4-BE49-F238E27FC236}">
                <a16:creationId xmlns:a16="http://schemas.microsoft.com/office/drawing/2014/main" id="{AD411797-0506-4A49-92B4-2D45D588A8B8}"/>
              </a:ext>
            </a:extLst>
          </p:cNvPr>
          <p:cNvPicPr>
            <a:picLocks noChangeAspect="1"/>
          </p:cNvPicPr>
          <p:nvPr/>
        </p:nvPicPr>
        <p:blipFill>
          <a:blip r:embed="rId3">
            <a:lum bright="70000" contrast="-70000"/>
          </a:blip>
          <a:stretch>
            <a:fillRect/>
          </a:stretch>
        </p:blipFill>
        <p:spPr>
          <a:xfrm>
            <a:off x="-1" y="-1"/>
            <a:ext cx="9780588" cy="6361497"/>
          </a:xfrm>
          <a:prstGeom prst="rect">
            <a:avLst/>
          </a:prstGeom>
        </p:spPr>
      </p:pic>
      <p:pic>
        <p:nvPicPr>
          <p:cNvPr id="11" name="Marcador de posición de imagen 10" descr="Escritorio con un ordenador, un teléfono, libros, etc.">
            <a:extLst>
              <a:ext uri="{FF2B5EF4-FFF2-40B4-BE49-F238E27FC236}">
                <a16:creationId xmlns:a16="http://schemas.microsoft.com/office/drawing/2014/main" id="{2E7ADBC3-DECA-9F4C-9289-9E43C727592F}"/>
              </a:ext>
            </a:extLst>
          </p:cNvPr>
          <p:cNvPicPr>
            <a:picLocks noGrp="1" noChangeAspect="1"/>
          </p:cNvPicPr>
          <p:nvPr>
            <p:ph type="pic" sz="quarter" idx="10"/>
          </p:nvPr>
        </p:nvPicPr>
        <p:blipFill>
          <a:blip r:embed="rId4" cstate="screen">
            <a:extLst>
              <a:ext uri="{28A0092B-C50C-407E-A947-70E740481C1C}">
                <a14:useLocalDpi xmlns:a14="http://schemas.microsoft.com/office/drawing/2010/main"/>
              </a:ext>
            </a:extLst>
          </a:blip>
          <a:srcRect/>
          <a:stretch>
            <a:fillRect/>
          </a:stretch>
        </p:blipFill>
        <p:spPr>
          <a:xfrm flipH="1">
            <a:off x="-257793" y="7412310"/>
            <a:ext cx="257793" cy="167933"/>
          </a:xfrm>
        </p:spPr>
      </p:pic>
      <p:sp>
        <p:nvSpPr>
          <p:cNvPr id="3" name="Título 2">
            <a:extLst>
              <a:ext uri="{FF2B5EF4-FFF2-40B4-BE49-F238E27FC236}">
                <a16:creationId xmlns:a16="http://schemas.microsoft.com/office/drawing/2014/main" id="{200B3D2B-613A-41BE-987D-E6A1324B456D}"/>
              </a:ext>
            </a:extLst>
          </p:cNvPr>
          <p:cNvSpPr>
            <a:spLocks noGrp="1"/>
          </p:cNvSpPr>
          <p:nvPr>
            <p:ph type="ctrTitle"/>
          </p:nvPr>
        </p:nvSpPr>
        <p:spPr/>
        <p:txBody>
          <a:bodyPr rtlCol="0"/>
          <a:lstStyle/>
          <a:p>
            <a:pPr rtl="0"/>
            <a:r>
              <a:rPr lang="es-ES" sz="5200" dirty="0"/>
              <a:t>DATOS IMPORTANTES </a:t>
            </a:r>
            <a:br>
              <a:rPr lang="es-ES" sz="5200" dirty="0"/>
            </a:br>
            <a:endParaRPr lang="es-ES" sz="5200" dirty="0"/>
          </a:p>
        </p:txBody>
      </p:sp>
      <p:sp>
        <p:nvSpPr>
          <p:cNvPr id="5" name="Marcador de número de diapositiva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es-ES" smtClean="0"/>
              <a:pPr rtl="0"/>
              <a:t>2</a:t>
            </a:fld>
            <a:endParaRPr lang="es-ES"/>
          </a:p>
        </p:txBody>
      </p:sp>
      <p:sp>
        <p:nvSpPr>
          <p:cNvPr id="9" name="CuadroTexto 8">
            <a:extLst>
              <a:ext uri="{FF2B5EF4-FFF2-40B4-BE49-F238E27FC236}">
                <a16:creationId xmlns:a16="http://schemas.microsoft.com/office/drawing/2014/main" id="{D6BE6E1D-4B96-4279-925F-E2091C28B9D1}"/>
              </a:ext>
            </a:extLst>
          </p:cNvPr>
          <p:cNvSpPr txBox="1"/>
          <p:nvPr/>
        </p:nvSpPr>
        <p:spPr>
          <a:xfrm>
            <a:off x="1375597" y="1443841"/>
            <a:ext cx="4209277" cy="3970318"/>
          </a:xfrm>
          <a:prstGeom prst="rect">
            <a:avLst/>
          </a:prstGeom>
          <a:noFill/>
        </p:spPr>
        <p:txBody>
          <a:bodyPr wrap="square" rtlCol="0">
            <a:spAutoFit/>
          </a:bodyPr>
          <a:lstStyle/>
          <a:p>
            <a:r>
              <a:rPr lang="es-419" sz="2800" dirty="0">
                <a:latin typeface="Arial" panose="020B0604020202020204" pitchFamily="34" charset="0"/>
                <a:cs typeface="Arial" panose="020B0604020202020204" pitchFamily="34" charset="0"/>
              </a:rPr>
              <a:t>El </a:t>
            </a:r>
            <a:r>
              <a:rPr lang="es-419" sz="2800" b="1" dirty="0">
                <a:latin typeface="Arial" panose="020B0604020202020204" pitchFamily="34" charset="0"/>
                <a:cs typeface="Arial" panose="020B0604020202020204" pitchFamily="34" charset="0"/>
              </a:rPr>
              <a:t>porcentaje de población</a:t>
            </a:r>
            <a:r>
              <a:rPr lang="es-419" sz="2800" dirty="0">
                <a:latin typeface="Arial" panose="020B0604020202020204" pitchFamily="34" charset="0"/>
                <a:cs typeface="Arial" panose="020B0604020202020204" pitchFamily="34" charset="0"/>
              </a:rPr>
              <a:t> que carece de </a:t>
            </a:r>
            <a:r>
              <a:rPr lang="es-419" sz="2800" b="1" dirty="0">
                <a:latin typeface="Arial" panose="020B0604020202020204" pitchFamily="34" charset="0"/>
                <a:cs typeface="Arial" panose="020B0604020202020204" pitchFamily="34" charset="0"/>
              </a:rPr>
              <a:t>seguro</a:t>
            </a:r>
            <a:r>
              <a:rPr lang="es-419" sz="2800" dirty="0">
                <a:latin typeface="Arial" panose="020B0604020202020204" pitchFamily="34" charset="0"/>
                <a:cs typeface="Arial" panose="020B0604020202020204" pitchFamily="34" charset="0"/>
              </a:rPr>
              <a:t> médico en </a:t>
            </a:r>
            <a:r>
              <a:rPr lang="es-419" sz="2800" b="1" dirty="0">
                <a:latin typeface="Arial" panose="020B0604020202020204" pitchFamily="34" charset="0"/>
                <a:cs typeface="Arial" panose="020B0604020202020204" pitchFamily="34" charset="0"/>
              </a:rPr>
              <a:t>México</a:t>
            </a:r>
            <a:r>
              <a:rPr lang="es-419" sz="2800" dirty="0">
                <a:latin typeface="Arial" panose="020B0604020202020204" pitchFamily="34" charset="0"/>
                <a:cs typeface="Arial" panose="020B0604020202020204" pitchFamily="34" charset="0"/>
              </a:rPr>
              <a:t> asciende a 59.9%. La principal agencia aseguradora es el Instituto Mexicano del </a:t>
            </a:r>
            <a:r>
              <a:rPr lang="es-419" sz="2800" b="1" dirty="0">
                <a:latin typeface="Arial" panose="020B0604020202020204" pitchFamily="34" charset="0"/>
                <a:cs typeface="Arial" panose="020B0604020202020204" pitchFamily="34" charset="0"/>
              </a:rPr>
              <a:t>Seguro Social</a:t>
            </a:r>
            <a:r>
              <a:rPr lang="es-419" sz="2800" dirty="0">
                <a:latin typeface="Arial" panose="020B0604020202020204" pitchFamily="34" charset="0"/>
                <a:cs typeface="Arial" panose="020B0604020202020204" pitchFamily="34" charset="0"/>
              </a:rPr>
              <a:t>, con 29.5% de la </a:t>
            </a:r>
            <a:r>
              <a:rPr lang="es-419" sz="2800" b="1" dirty="0">
                <a:latin typeface="Arial" panose="020B0604020202020204" pitchFamily="34" charset="0"/>
                <a:cs typeface="Arial" panose="020B0604020202020204" pitchFamily="34" charset="0"/>
              </a:rPr>
              <a:t>población</a:t>
            </a:r>
            <a:endParaRPr lang="es-419" sz="2800" dirty="0">
              <a:latin typeface="Arial" panose="020B0604020202020204" pitchFamily="34" charset="0"/>
              <a:cs typeface="Arial" panose="020B0604020202020204" pitchFamily="34" charset="0"/>
            </a:endParaRPr>
          </a:p>
        </p:txBody>
      </p:sp>
      <p:pic>
        <p:nvPicPr>
          <p:cNvPr id="7" name="Marcador de posición de imagen 6">
            <a:extLst>
              <a:ext uri="{FF2B5EF4-FFF2-40B4-BE49-F238E27FC236}">
                <a16:creationId xmlns:a16="http://schemas.microsoft.com/office/drawing/2014/main" id="{614243CD-64D3-474B-8146-8F2AC2B78264}"/>
              </a:ext>
            </a:extLst>
          </p:cNvPr>
          <p:cNvPicPr>
            <a:picLocks noChangeAspect="1"/>
          </p:cNvPicPr>
          <p:nvPr/>
        </p:nvPicPr>
        <p:blipFill rotWithShape="1">
          <a:blip r:embed="rId5"/>
          <a:srcRect l="25943" t="17051" r="38022" b="52147"/>
          <a:stretch/>
        </p:blipFill>
        <p:spPr>
          <a:xfrm>
            <a:off x="9996104" y="6371350"/>
            <a:ext cx="1547896" cy="486650"/>
          </a:xfrm>
          <a:prstGeom prst="rect">
            <a:avLst/>
          </a:prstGeom>
        </p:spPr>
      </p:pic>
    </p:spTree>
    <p:extLst>
      <p:ext uri="{BB962C8B-B14F-4D97-AF65-F5344CB8AC3E}">
        <p14:creationId xmlns:p14="http://schemas.microsoft.com/office/powerpoint/2010/main" val="39456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Marcador de posición de imagen 8" descr="Una mano tocando un teléfono móvil">
            <a:extLst>
              <a:ext uri="{FF2B5EF4-FFF2-40B4-BE49-F238E27FC236}">
                <a16:creationId xmlns:a16="http://schemas.microsoft.com/office/drawing/2014/main" id="{A9A75888-22E3-1D43-9112-DA02186070B5}"/>
              </a:ext>
            </a:extLst>
          </p:cNvPr>
          <p:cNvPicPr>
            <a:picLocks noGrp="1" noChangeAspect="1"/>
          </p:cNvPicPr>
          <p:nvPr>
            <p:ph type="pic" sz="quarter" idx="14"/>
          </p:nvPr>
        </p:nvPicPr>
        <p:blipFill>
          <a:blip r:embed="rId3" cstate="screen">
            <a:extLst>
              <a:ext uri="{28A0092B-C50C-407E-A947-70E740481C1C}">
                <a14:useLocalDpi xmlns:a14="http://schemas.microsoft.com/office/drawing/2010/main"/>
              </a:ext>
            </a:extLst>
          </a:blip>
          <a:srcRect/>
          <a:stretch>
            <a:fillRect/>
          </a:stretch>
        </p:blipFill>
        <p:spPr/>
      </p:pic>
      <p:sp>
        <p:nvSpPr>
          <p:cNvPr id="20" name="Rectángulo 19" descr="Bloque de énfasis">
            <a:extLst>
              <a:ext uri="{FF2B5EF4-FFF2-40B4-BE49-F238E27FC236}">
                <a16:creationId xmlns:a16="http://schemas.microsoft.com/office/drawing/2014/main" id="{EFA08948-2B6F-46B1-9D2D-8D7B2B3FBD56}"/>
              </a:ext>
              <a:ext uri="{C183D7F6-B498-43B3-948B-1728B52AA6E4}">
                <adec:decorative xmlns:adec="http://schemas.microsoft.com/office/drawing/2017/decorative" val="1"/>
              </a:ext>
            </a:extLst>
          </p:cNvPr>
          <p:cNvSpPr/>
          <p:nvPr/>
        </p:nvSpPr>
        <p:spPr>
          <a:xfrm>
            <a:off x="9348588" y="3688075"/>
            <a:ext cx="2411412"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es-ES"/>
          </a:p>
        </p:txBody>
      </p:sp>
      <p:sp>
        <p:nvSpPr>
          <p:cNvPr id="2" name="Título 1">
            <a:extLst>
              <a:ext uri="{FF2B5EF4-FFF2-40B4-BE49-F238E27FC236}">
                <a16:creationId xmlns:a16="http://schemas.microsoft.com/office/drawing/2014/main" id="{3560F281-4FF6-4617-A809-AC9C15ECF18A}"/>
              </a:ext>
            </a:extLst>
          </p:cNvPr>
          <p:cNvSpPr>
            <a:spLocks noGrp="1"/>
          </p:cNvSpPr>
          <p:nvPr>
            <p:ph type="title"/>
          </p:nvPr>
        </p:nvSpPr>
        <p:spPr>
          <a:xfrm>
            <a:off x="7111800" y="3802899"/>
            <a:ext cx="4648200" cy="985000"/>
          </a:xfrm>
        </p:spPr>
        <p:txBody>
          <a:bodyPr rtlCol="0"/>
          <a:lstStyle/>
          <a:p>
            <a:pPr rtl="0"/>
            <a:r>
              <a:rPr lang="es-ES" sz="5200" dirty="0"/>
              <a:t>Quiénes somos?</a:t>
            </a:r>
          </a:p>
        </p:txBody>
      </p:sp>
      <p:sp>
        <p:nvSpPr>
          <p:cNvPr id="6" name="Marcador de número de diapositiva 5">
            <a:extLst>
              <a:ext uri="{FF2B5EF4-FFF2-40B4-BE49-F238E27FC236}">
                <a16:creationId xmlns:a16="http://schemas.microsoft.com/office/drawing/2014/main" id="{1C554D9F-1895-486E-BFBA-905BB2D29E08}"/>
              </a:ext>
            </a:extLst>
          </p:cNvPr>
          <p:cNvSpPr>
            <a:spLocks noGrp="1"/>
          </p:cNvSpPr>
          <p:nvPr>
            <p:ph type="sldNum" sz="quarter" idx="33"/>
          </p:nvPr>
        </p:nvSpPr>
        <p:spPr/>
        <p:txBody>
          <a:bodyPr rtlCol="0"/>
          <a:lstStyle/>
          <a:p>
            <a:pPr rtl="0"/>
            <a:fld id="{19B51A1E-902D-48AF-9020-955120F399B6}" type="slidenum">
              <a:rPr lang="es-ES" smtClean="0"/>
              <a:pPr rtl="0"/>
              <a:t>3</a:t>
            </a:fld>
            <a:endParaRPr lang="es-ES"/>
          </a:p>
        </p:txBody>
      </p:sp>
      <p:sp>
        <p:nvSpPr>
          <p:cNvPr id="10" name="Marcador de contenido 9">
            <a:extLst>
              <a:ext uri="{FF2B5EF4-FFF2-40B4-BE49-F238E27FC236}">
                <a16:creationId xmlns:a16="http://schemas.microsoft.com/office/drawing/2014/main" id="{0102BF68-6FA4-4944-956C-B399CF9E1C25}"/>
              </a:ext>
            </a:extLst>
          </p:cNvPr>
          <p:cNvSpPr>
            <a:spLocks noGrp="1"/>
          </p:cNvSpPr>
          <p:nvPr>
            <p:ph sz="half" idx="1"/>
          </p:nvPr>
        </p:nvSpPr>
        <p:spPr>
          <a:xfrm>
            <a:off x="648000" y="3371924"/>
            <a:ext cx="4563081" cy="2999426"/>
          </a:xfrm>
        </p:spPr>
        <p:txBody>
          <a:bodyPr/>
          <a:lstStyle/>
          <a:p>
            <a:pPr algn="just"/>
            <a:r>
              <a:rPr lang="es-ES" sz="2500" dirty="0">
                <a:latin typeface="Arial" panose="020B0604020202020204" pitchFamily="34" charset="0"/>
                <a:cs typeface="Arial" panose="020B0604020202020204" pitchFamily="34" charset="0"/>
              </a:rPr>
              <a:t>RDS CONSULTORES PARA EL RETIRO en alianza comercial con A&amp;C Firma Nacional especializada en seguridad social y servicios de contratación y subcontratación de personal, esta integrado por expertos en materia de Seguridad Social. Tenemos mas de 15 años de experiencia proporcionando asesoría para el adecuado cumplimiento de las obligaciones vinculadas con el IMSS e INFONAVIT. </a:t>
            </a:r>
          </a:p>
        </p:txBody>
      </p:sp>
      <p:sp>
        <p:nvSpPr>
          <p:cNvPr id="12" name="Rectángulo 11">
            <a:extLst>
              <a:ext uri="{FF2B5EF4-FFF2-40B4-BE49-F238E27FC236}">
                <a16:creationId xmlns:a16="http://schemas.microsoft.com/office/drawing/2014/main" id="{AB949C02-4686-4631-911C-5C4D7EBA8298}"/>
              </a:ext>
            </a:extLst>
          </p:cNvPr>
          <p:cNvSpPr/>
          <p:nvPr/>
        </p:nvSpPr>
        <p:spPr>
          <a:xfrm>
            <a:off x="9780104" y="6371350"/>
            <a:ext cx="1979896" cy="486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14" name="Marcador de posición de imagen 6">
            <a:extLst>
              <a:ext uri="{FF2B5EF4-FFF2-40B4-BE49-F238E27FC236}">
                <a16:creationId xmlns:a16="http://schemas.microsoft.com/office/drawing/2014/main" id="{2DBA0F90-3011-468C-AD93-C70E5E023EBF}"/>
              </a:ext>
            </a:extLst>
          </p:cNvPr>
          <p:cNvPicPr>
            <a:picLocks noChangeAspect="1"/>
          </p:cNvPicPr>
          <p:nvPr/>
        </p:nvPicPr>
        <p:blipFill rotWithShape="1">
          <a:blip r:embed="rId4"/>
          <a:srcRect l="25943" t="17051" r="38022" b="52147"/>
          <a:stretch/>
        </p:blipFill>
        <p:spPr>
          <a:xfrm>
            <a:off x="9996104" y="6371350"/>
            <a:ext cx="1547896" cy="486650"/>
          </a:xfrm>
          <a:prstGeom prst="rect">
            <a:avLst/>
          </a:prstGeom>
        </p:spPr>
      </p:pic>
      <p:pic>
        <p:nvPicPr>
          <p:cNvPr id="11" name="Marcador de posición de imagen 6">
            <a:extLst>
              <a:ext uri="{FF2B5EF4-FFF2-40B4-BE49-F238E27FC236}">
                <a16:creationId xmlns:a16="http://schemas.microsoft.com/office/drawing/2014/main" id="{AD956E49-C107-44E9-B9CB-08221F130E1B}"/>
              </a:ext>
            </a:extLst>
          </p:cNvPr>
          <p:cNvPicPr>
            <a:picLocks noChangeAspect="1"/>
          </p:cNvPicPr>
          <p:nvPr/>
        </p:nvPicPr>
        <p:blipFill rotWithShape="1">
          <a:blip r:embed="rId4"/>
          <a:srcRect l="25943" t="17051" r="38022" b="52147"/>
          <a:stretch/>
        </p:blipFill>
        <p:spPr>
          <a:xfrm>
            <a:off x="1381644" y="149454"/>
            <a:ext cx="3163852" cy="994698"/>
          </a:xfrm>
          <a:prstGeom prst="rect">
            <a:avLst/>
          </a:prstGeom>
        </p:spPr>
      </p:pic>
    </p:spTree>
    <p:extLst>
      <p:ext uri="{BB962C8B-B14F-4D97-AF65-F5344CB8AC3E}">
        <p14:creationId xmlns:p14="http://schemas.microsoft.com/office/powerpoint/2010/main" val="13297466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Marcador de posición de imagen 6">
            <a:extLst>
              <a:ext uri="{FF2B5EF4-FFF2-40B4-BE49-F238E27FC236}">
                <a16:creationId xmlns:a16="http://schemas.microsoft.com/office/drawing/2014/main" id="{31B81556-6D6B-4516-99E9-D34324A800D3}"/>
              </a:ext>
            </a:extLst>
          </p:cNvPr>
          <p:cNvPicPr>
            <a:picLocks noGrp="1" noChangeAspect="1"/>
          </p:cNvPicPr>
          <p:nvPr>
            <p:ph type="pic" sz="quarter" idx="10"/>
          </p:nvPr>
        </p:nvPicPr>
        <p:blipFill>
          <a:blip r:embed="rId2"/>
          <a:srcRect t="6576" b="6576"/>
          <a:stretch>
            <a:fillRect/>
          </a:stretch>
        </p:blipFill>
        <p:spPr>
          <a:xfrm>
            <a:off x="0" y="0"/>
            <a:ext cx="9591591" cy="6248233"/>
          </a:xfrm>
          <a:prstGeom prst="rect">
            <a:avLst/>
          </a:prstGeom>
        </p:spPr>
      </p:pic>
      <p:sp>
        <p:nvSpPr>
          <p:cNvPr id="3" name="Título 2">
            <a:extLst>
              <a:ext uri="{FF2B5EF4-FFF2-40B4-BE49-F238E27FC236}">
                <a16:creationId xmlns:a16="http://schemas.microsoft.com/office/drawing/2014/main" id="{67FD8EBF-A6EF-4C8D-84DC-8031954E8322}"/>
              </a:ext>
            </a:extLst>
          </p:cNvPr>
          <p:cNvSpPr>
            <a:spLocks noGrp="1"/>
          </p:cNvSpPr>
          <p:nvPr>
            <p:ph type="ctrTitle"/>
          </p:nvPr>
        </p:nvSpPr>
        <p:spPr/>
        <p:txBody>
          <a:bodyPr/>
          <a:lstStyle/>
          <a:p>
            <a:r>
              <a:rPr lang="es-ES" dirty="0"/>
              <a:t>OPORTUNIDAD DE NEGOCIO</a:t>
            </a:r>
            <a:endParaRPr lang="es-419" dirty="0"/>
          </a:p>
        </p:txBody>
      </p:sp>
      <p:sp>
        <p:nvSpPr>
          <p:cNvPr id="6" name="Marcador de número de diapositiva 5">
            <a:extLst>
              <a:ext uri="{FF2B5EF4-FFF2-40B4-BE49-F238E27FC236}">
                <a16:creationId xmlns:a16="http://schemas.microsoft.com/office/drawing/2014/main" id="{E3B1A7F9-8FDD-4D19-9263-9EA738AEEDB4}"/>
              </a:ext>
            </a:extLst>
          </p:cNvPr>
          <p:cNvSpPr>
            <a:spLocks noGrp="1"/>
          </p:cNvSpPr>
          <p:nvPr>
            <p:ph type="sldNum" sz="quarter" idx="12"/>
          </p:nvPr>
        </p:nvSpPr>
        <p:spPr/>
        <p:txBody>
          <a:bodyPr/>
          <a:lstStyle/>
          <a:p>
            <a:pPr rtl="0"/>
            <a:fld id="{19B51A1E-902D-48AF-9020-955120F399B6}" type="slidenum">
              <a:rPr lang="es-ES" noProof="0" smtClean="0"/>
              <a:pPr rtl="0"/>
              <a:t>4</a:t>
            </a:fld>
            <a:endParaRPr lang="es-ES" noProof="0"/>
          </a:p>
        </p:txBody>
      </p:sp>
      <p:pic>
        <p:nvPicPr>
          <p:cNvPr id="5" name="Marcador de posición de imagen 6">
            <a:extLst>
              <a:ext uri="{FF2B5EF4-FFF2-40B4-BE49-F238E27FC236}">
                <a16:creationId xmlns:a16="http://schemas.microsoft.com/office/drawing/2014/main" id="{F0BE2115-6325-44BE-8B9E-978A20B02169}"/>
              </a:ext>
            </a:extLst>
          </p:cNvPr>
          <p:cNvPicPr>
            <a:picLocks noChangeAspect="1"/>
          </p:cNvPicPr>
          <p:nvPr/>
        </p:nvPicPr>
        <p:blipFill rotWithShape="1">
          <a:blip r:embed="rId3"/>
          <a:srcRect l="25943" t="17051" r="38022" b="52147"/>
          <a:stretch/>
        </p:blipFill>
        <p:spPr>
          <a:xfrm>
            <a:off x="9996104" y="6371350"/>
            <a:ext cx="1547896" cy="486650"/>
          </a:xfrm>
          <a:prstGeom prst="rect">
            <a:avLst/>
          </a:prstGeom>
        </p:spPr>
      </p:pic>
    </p:spTree>
    <p:extLst>
      <p:ext uri="{BB962C8B-B14F-4D97-AF65-F5344CB8AC3E}">
        <p14:creationId xmlns:p14="http://schemas.microsoft.com/office/powerpoint/2010/main" val="19414252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Marcador de posición de imagen 4">
            <a:extLst>
              <a:ext uri="{FF2B5EF4-FFF2-40B4-BE49-F238E27FC236}">
                <a16:creationId xmlns:a16="http://schemas.microsoft.com/office/drawing/2014/main" id="{E667EB0B-EE97-4FC9-B341-DDD70FBD202A}"/>
              </a:ext>
            </a:extLst>
          </p:cNvPr>
          <p:cNvPicPr>
            <a:picLocks noGrp="1" noChangeAspect="1"/>
          </p:cNvPicPr>
          <p:nvPr>
            <p:ph type="pic" sz="quarter" idx="10"/>
          </p:nvPr>
        </p:nvPicPr>
        <p:blipFill>
          <a:blip r:embed="rId2"/>
          <a:srcRect t="11218" b="11218"/>
          <a:stretch>
            <a:fillRect/>
          </a:stretch>
        </p:blipFill>
        <p:spPr>
          <a:prstGeom prst="rect">
            <a:avLst/>
          </a:prstGeom>
        </p:spPr>
      </p:pic>
      <p:sp>
        <p:nvSpPr>
          <p:cNvPr id="3" name="Título 2">
            <a:extLst>
              <a:ext uri="{FF2B5EF4-FFF2-40B4-BE49-F238E27FC236}">
                <a16:creationId xmlns:a16="http://schemas.microsoft.com/office/drawing/2014/main" id="{67FD8EBF-A6EF-4C8D-84DC-8031954E8322}"/>
              </a:ext>
            </a:extLst>
          </p:cNvPr>
          <p:cNvSpPr>
            <a:spLocks noGrp="1"/>
          </p:cNvSpPr>
          <p:nvPr>
            <p:ph type="ctrTitle"/>
          </p:nvPr>
        </p:nvSpPr>
        <p:spPr/>
        <p:txBody>
          <a:bodyPr/>
          <a:lstStyle/>
          <a:p>
            <a:r>
              <a:rPr lang="es-ES" dirty="0"/>
              <a:t>BENEFICIARIOS</a:t>
            </a:r>
            <a:br>
              <a:rPr lang="es-ES" dirty="0"/>
            </a:br>
            <a:br>
              <a:rPr lang="es-ES" dirty="0"/>
            </a:br>
            <a:r>
              <a:rPr lang="es-ES" dirty="0"/>
              <a:t>Familia en línea directa</a:t>
            </a:r>
            <a:endParaRPr lang="es-419" dirty="0"/>
          </a:p>
        </p:txBody>
      </p:sp>
      <p:sp>
        <p:nvSpPr>
          <p:cNvPr id="6" name="Marcador de número de diapositiva 5">
            <a:extLst>
              <a:ext uri="{FF2B5EF4-FFF2-40B4-BE49-F238E27FC236}">
                <a16:creationId xmlns:a16="http://schemas.microsoft.com/office/drawing/2014/main" id="{E3B1A7F9-8FDD-4D19-9263-9EA738AEEDB4}"/>
              </a:ext>
            </a:extLst>
          </p:cNvPr>
          <p:cNvSpPr>
            <a:spLocks noGrp="1"/>
          </p:cNvSpPr>
          <p:nvPr>
            <p:ph type="sldNum" sz="quarter" idx="12"/>
          </p:nvPr>
        </p:nvSpPr>
        <p:spPr/>
        <p:txBody>
          <a:bodyPr/>
          <a:lstStyle/>
          <a:p>
            <a:pPr rtl="0"/>
            <a:fld id="{19B51A1E-902D-48AF-9020-955120F399B6}" type="slidenum">
              <a:rPr lang="es-ES" noProof="0" smtClean="0"/>
              <a:pPr rtl="0"/>
              <a:t>5</a:t>
            </a:fld>
            <a:endParaRPr lang="es-ES" noProof="0"/>
          </a:p>
        </p:txBody>
      </p:sp>
      <p:pic>
        <p:nvPicPr>
          <p:cNvPr id="7" name="Marcador de posición de imagen 6">
            <a:extLst>
              <a:ext uri="{FF2B5EF4-FFF2-40B4-BE49-F238E27FC236}">
                <a16:creationId xmlns:a16="http://schemas.microsoft.com/office/drawing/2014/main" id="{248402E7-94D4-4300-842B-EC94E3D07E3C}"/>
              </a:ext>
            </a:extLst>
          </p:cNvPr>
          <p:cNvPicPr>
            <a:picLocks noChangeAspect="1"/>
          </p:cNvPicPr>
          <p:nvPr/>
        </p:nvPicPr>
        <p:blipFill rotWithShape="1">
          <a:blip r:embed="rId3"/>
          <a:srcRect l="25943" t="17051" r="38022" b="52147"/>
          <a:stretch/>
        </p:blipFill>
        <p:spPr>
          <a:xfrm>
            <a:off x="9996104" y="6371350"/>
            <a:ext cx="1547896" cy="486650"/>
          </a:xfrm>
          <a:prstGeom prst="rect">
            <a:avLst/>
          </a:prstGeom>
        </p:spPr>
      </p:pic>
    </p:spTree>
    <p:extLst>
      <p:ext uri="{BB962C8B-B14F-4D97-AF65-F5344CB8AC3E}">
        <p14:creationId xmlns:p14="http://schemas.microsoft.com/office/powerpoint/2010/main" val="1926784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67FD8EBF-A6EF-4C8D-84DC-8031954E8322}"/>
              </a:ext>
            </a:extLst>
          </p:cNvPr>
          <p:cNvSpPr>
            <a:spLocks noGrp="1"/>
          </p:cNvSpPr>
          <p:nvPr>
            <p:ph type="ctrTitle"/>
          </p:nvPr>
        </p:nvSpPr>
        <p:spPr/>
        <p:txBody>
          <a:bodyPr/>
          <a:lstStyle/>
          <a:p>
            <a:r>
              <a:rPr lang="es-ES" dirty="0"/>
              <a:t>Beneficios </a:t>
            </a:r>
            <a:br>
              <a:rPr lang="es-ES" dirty="0"/>
            </a:br>
            <a:br>
              <a:rPr lang="es-ES" dirty="0"/>
            </a:br>
            <a:endParaRPr lang="es-419" dirty="0"/>
          </a:p>
        </p:txBody>
      </p:sp>
      <p:sp>
        <p:nvSpPr>
          <p:cNvPr id="6" name="Marcador de número de diapositiva 5">
            <a:extLst>
              <a:ext uri="{FF2B5EF4-FFF2-40B4-BE49-F238E27FC236}">
                <a16:creationId xmlns:a16="http://schemas.microsoft.com/office/drawing/2014/main" id="{E3B1A7F9-8FDD-4D19-9263-9EA738AEEDB4}"/>
              </a:ext>
            </a:extLst>
          </p:cNvPr>
          <p:cNvSpPr>
            <a:spLocks noGrp="1"/>
          </p:cNvSpPr>
          <p:nvPr>
            <p:ph type="sldNum" sz="quarter" idx="12"/>
          </p:nvPr>
        </p:nvSpPr>
        <p:spPr/>
        <p:txBody>
          <a:bodyPr/>
          <a:lstStyle/>
          <a:p>
            <a:pPr rtl="0"/>
            <a:fld id="{19B51A1E-902D-48AF-9020-955120F399B6}" type="slidenum">
              <a:rPr lang="es-ES" noProof="0" smtClean="0"/>
              <a:pPr rtl="0"/>
              <a:t>6</a:t>
            </a:fld>
            <a:endParaRPr lang="es-ES" noProof="0"/>
          </a:p>
        </p:txBody>
      </p:sp>
      <p:pic>
        <p:nvPicPr>
          <p:cNvPr id="1026" name="Picture 2" descr="Puestos de trabajo afiliados al Instituto Mexicano del Seguro ...">
            <a:extLst>
              <a:ext uri="{FF2B5EF4-FFF2-40B4-BE49-F238E27FC236}">
                <a16:creationId xmlns:a16="http://schemas.microsoft.com/office/drawing/2014/main" id="{9522FA76-F598-4C76-8400-79A9950B1A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662" y="166441"/>
            <a:ext cx="1771199" cy="160608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48A0A34B-DB36-474E-8CDC-2B4704279522}"/>
              </a:ext>
            </a:extLst>
          </p:cNvPr>
          <p:cNvPicPr>
            <a:picLocks noChangeAspect="1"/>
          </p:cNvPicPr>
          <p:nvPr/>
        </p:nvPicPr>
        <p:blipFill>
          <a:blip r:embed="rId3"/>
          <a:stretch>
            <a:fillRect/>
          </a:stretch>
        </p:blipFill>
        <p:spPr>
          <a:xfrm>
            <a:off x="2351581" y="166442"/>
            <a:ext cx="1713988" cy="1606087"/>
          </a:xfrm>
          <a:prstGeom prst="rect">
            <a:avLst/>
          </a:prstGeom>
        </p:spPr>
      </p:pic>
      <p:pic>
        <p:nvPicPr>
          <p:cNvPr id="9" name="Imagen 8">
            <a:extLst>
              <a:ext uri="{FF2B5EF4-FFF2-40B4-BE49-F238E27FC236}">
                <a16:creationId xmlns:a16="http://schemas.microsoft.com/office/drawing/2014/main" id="{4A39B3D5-C567-4B7C-98F3-3AC9F53DC32F}"/>
              </a:ext>
            </a:extLst>
          </p:cNvPr>
          <p:cNvPicPr>
            <a:picLocks noChangeAspect="1"/>
          </p:cNvPicPr>
          <p:nvPr/>
        </p:nvPicPr>
        <p:blipFill>
          <a:blip r:embed="rId4"/>
          <a:stretch>
            <a:fillRect/>
          </a:stretch>
        </p:blipFill>
        <p:spPr>
          <a:xfrm>
            <a:off x="4519318" y="166442"/>
            <a:ext cx="2819657" cy="1606088"/>
          </a:xfrm>
          <a:prstGeom prst="rect">
            <a:avLst/>
          </a:prstGeom>
        </p:spPr>
      </p:pic>
      <p:pic>
        <p:nvPicPr>
          <p:cNvPr id="10" name="Imagen 9">
            <a:extLst>
              <a:ext uri="{FF2B5EF4-FFF2-40B4-BE49-F238E27FC236}">
                <a16:creationId xmlns:a16="http://schemas.microsoft.com/office/drawing/2014/main" id="{0FE961DC-2F7E-4B54-91AF-EA36C21973A4}"/>
              </a:ext>
            </a:extLst>
          </p:cNvPr>
          <p:cNvPicPr>
            <a:picLocks noChangeAspect="1"/>
          </p:cNvPicPr>
          <p:nvPr/>
        </p:nvPicPr>
        <p:blipFill>
          <a:blip r:embed="rId5"/>
          <a:stretch>
            <a:fillRect/>
          </a:stretch>
        </p:blipFill>
        <p:spPr>
          <a:xfrm>
            <a:off x="7683237" y="166442"/>
            <a:ext cx="1531108" cy="1606086"/>
          </a:xfrm>
          <a:prstGeom prst="rect">
            <a:avLst/>
          </a:prstGeom>
        </p:spPr>
      </p:pic>
      <p:sp>
        <p:nvSpPr>
          <p:cNvPr id="11" name="CuadroTexto 10">
            <a:extLst>
              <a:ext uri="{FF2B5EF4-FFF2-40B4-BE49-F238E27FC236}">
                <a16:creationId xmlns:a16="http://schemas.microsoft.com/office/drawing/2014/main" id="{37725908-6E47-485B-8B73-234E8E76240A}"/>
              </a:ext>
            </a:extLst>
          </p:cNvPr>
          <p:cNvSpPr txBox="1"/>
          <p:nvPr/>
        </p:nvSpPr>
        <p:spPr>
          <a:xfrm>
            <a:off x="422031" y="2630658"/>
            <a:ext cx="4097287" cy="2785378"/>
          </a:xfrm>
          <a:prstGeom prst="rect">
            <a:avLst/>
          </a:prstGeom>
          <a:noFill/>
        </p:spPr>
        <p:txBody>
          <a:bodyPr wrap="square" rtlCol="0">
            <a:spAutoFit/>
          </a:bodyPr>
          <a:lstStyle/>
          <a:p>
            <a:pPr marL="285750" indent="-285750">
              <a:buFont typeface="Wingdings" panose="05000000000000000000" pitchFamily="2" charset="2"/>
              <a:buChar char="Ø"/>
            </a:pPr>
            <a:r>
              <a:rPr lang="es-ES" sz="2500" dirty="0"/>
              <a:t>Servicio medico</a:t>
            </a:r>
          </a:p>
          <a:p>
            <a:pPr marL="285750" indent="-285750">
              <a:buFont typeface="Wingdings" panose="05000000000000000000" pitchFamily="2" charset="2"/>
              <a:buChar char="Ø"/>
            </a:pPr>
            <a:r>
              <a:rPr lang="es-ES" sz="2500" dirty="0"/>
              <a:t>Sumar puntos INFONAVIT </a:t>
            </a:r>
          </a:p>
          <a:p>
            <a:pPr marL="285750" indent="-285750">
              <a:buFont typeface="Wingdings" panose="05000000000000000000" pitchFamily="2" charset="2"/>
              <a:buChar char="Ø"/>
            </a:pPr>
            <a:r>
              <a:rPr lang="es-ES" sz="2500" dirty="0"/>
              <a:t>Derecho a una pensión mediante la Recuperación de Derechos.</a:t>
            </a:r>
          </a:p>
          <a:p>
            <a:pPr marL="285750" indent="-285750">
              <a:buFont typeface="Wingdings" panose="05000000000000000000" pitchFamily="2" charset="2"/>
              <a:buChar char="Ø"/>
            </a:pPr>
            <a:r>
              <a:rPr lang="es-ES" sz="2500" dirty="0"/>
              <a:t>Servicio de guardería </a:t>
            </a:r>
          </a:p>
          <a:p>
            <a:pPr marL="285750" indent="-285750">
              <a:buFont typeface="Wingdings" panose="05000000000000000000" pitchFamily="2" charset="2"/>
              <a:buChar char="Ø"/>
            </a:pPr>
            <a:r>
              <a:rPr lang="es-ES" sz="2500" dirty="0"/>
              <a:t>Prestaciones Sociales </a:t>
            </a:r>
            <a:endParaRPr lang="es-419" sz="2500" dirty="0"/>
          </a:p>
        </p:txBody>
      </p:sp>
      <p:pic>
        <p:nvPicPr>
          <p:cNvPr id="12" name="Imagen 11">
            <a:extLst>
              <a:ext uri="{FF2B5EF4-FFF2-40B4-BE49-F238E27FC236}">
                <a16:creationId xmlns:a16="http://schemas.microsoft.com/office/drawing/2014/main" id="{7223B2C2-BD0A-4F87-9AB3-6AA12A5D357C}"/>
              </a:ext>
            </a:extLst>
          </p:cNvPr>
          <p:cNvPicPr>
            <a:picLocks noChangeAspect="1"/>
          </p:cNvPicPr>
          <p:nvPr/>
        </p:nvPicPr>
        <p:blipFill>
          <a:blip r:embed="rId6"/>
          <a:stretch>
            <a:fillRect/>
          </a:stretch>
        </p:blipFill>
        <p:spPr>
          <a:xfrm>
            <a:off x="9511154" y="166442"/>
            <a:ext cx="2532184" cy="1606086"/>
          </a:xfrm>
          <a:prstGeom prst="rect">
            <a:avLst/>
          </a:prstGeom>
        </p:spPr>
      </p:pic>
      <p:pic>
        <p:nvPicPr>
          <p:cNvPr id="13" name="Marcador de posición de imagen 6">
            <a:extLst>
              <a:ext uri="{FF2B5EF4-FFF2-40B4-BE49-F238E27FC236}">
                <a16:creationId xmlns:a16="http://schemas.microsoft.com/office/drawing/2014/main" id="{106E6E89-1BA6-4FDC-8C15-719B62CF3007}"/>
              </a:ext>
            </a:extLst>
          </p:cNvPr>
          <p:cNvPicPr>
            <a:picLocks noChangeAspect="1"/>
          </p:cNvPicPr>
          <p:nvPr/>
        </p:nvPicPr>
        <p:blipFill rotWithShape="1">
          <a:blip r:embed="rId7"/>
          <a:srcRect l="25943" t="17051" r="38022" b="52147"/>
          <a:stretch/>
        </p:blipFill>
        <p:spPr>
          <a:xfrm>
            <a:off x="9996104" y="6371350"/>
            <a:ext cx="1547896" cy="486650"/>
          </a:xfrm>
          <a:prstGeom prst="rect">
            <a:avLst/>
          </a:prstGeom>
        </p:spPr>
      </p:pic>
    </p:spTree>
    <p:extLst>
      <p:ext uri="{BB962C8B-B14F-4D97-AF65-F5344CB8AC3E}">
        <p14:creationId xmlns:p14="http://schemas.microsoft.com/office/powerpoint/2010/main" val="1084890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Marcador de posición de imagen 10" descr="Escritorio con un ordenador, un teléfono, libros, etc.">
            <a:extLst>
              <a:ext uri="{FF2B5EF4-FFF2-40B4-BE49-F238E27FC236}">
                <a16:creationId xmlns:a16="http://schemas.microsoft.com/office/drawing/2014/main" id="{2E7ADBC3-DECA-9F4C-9289-9E43C727592F}"/>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3" name="Título 2">
            <a:extLst>
              <a:ext uri="{FF2B5EF4-FFF2-40B4-BE49-F238E27FC236}">
                <a16:creationId xmlns:a16="http://schemas.microsoft.com/office/drawing/2014/main" id="{200B3D2B-613A-41BE-987D-E6A1324B456D}"/>
              </a:ext>
            </a:extLst>
          </p:cNvPr>
          <p:cNvSpPr>
            <a:spLocks noGrp="1"/>
          </p:cNvSpPr>
          <p:nvPr>
            <p:ph type="ctrTitle"/>
          </p:nvPr>
        </p:nvSpPr>
        <p:spPr/>
        <p:txBody>
          <a:bodyPr rtlCol="0"/>
          <a:lstStyle/>
          <a:p>
            <a:pPr rtl="0"/>
            <a:r>
              <a:rPr lang="es-ES" sz="5200" dirty="0"/>
              <a:t>NUESTROS SERVICIOS</a:t>
            </a:r>
          </a:p>
        </p:txBody>
      </p:sp>
      <p:sp>
        <p:nvSpPr>
          <p:cNvPr id="5" name="Marcador de número de diapositiva 4">
            <a:extLst>
              <a:ext uri="{FF2B5EF4-FFF2-40B4-BE49-F238E27FC236}">
                <a16:creationId xmlns:a16="http://schemas.microsoft.com/office/drawing/2014/main" id="{BDD5A594-D852-43BB-B591-E9D9027253BD}"/>
              </a:ext>
            </a:extLst>
          </p:cNvPr>
          <p:cNvSpPr>
            <a:spLocks noGrp="1"/>
          </p:cNvSpPr>
          <p:nvPr>
            <p:ph type="sldNum" sz="quarter" idx="12"/>
          </p:nvPr>
        </p:nvSpPr>
        <p:spPr/>
        <p:txBody>
          <a:bodyPr rtlCol="0"/>
          <a:lstStyle/>
          <a:p>
            <a:pPr rtl="0"/>
            <a:fld id="{19B51A1E-902D-48AF-9020-955120F399B6}" type="slidenum">
              <a:rPr lang="es-ES" smtClean="0"/>
              <a:pPr rtl="0"/>
              <a:t>7</a:t>
            </a:fld>
            <a:endParaRPr lang="es-ES"/>
          </a:p>
        </p:txBody>
      </p:sp>
      <p:sp>
        <p:nvSpPr>
          <p:cNvPr id="9" name="CuadroTexto 8">
            <a:extLst>
              <a:ext uri="{FF2B5EF4-FFF2-40B4-BE49-F238E27FC236}">
                <a16:creationId xmlns:a16="http://schemas.microsoft.com/office/drawing/2014/main" id="{D6BE6E1D-4B96-4279-925F-E2091C28B9D1}"/>
              </a:ext>
            </a:extLst>
          </p:cNvPr>
          <p:cNvSpPr txBox="1"/>
          <p:nvPr/>
        </p:nvSpPr>
        <p:spPr>
          <a:xfrm>
            <a:off x="841995" y="119271"/>
            <a:ext cx="4412975" cy="4524315"/>
          </a:xfrm>
          <a:prstGeom prst="rect">
            <a:avLst/>
          </a:prstGeom>
          <a:noFill/>
        </p:spPr>
        <p:txBody>
          <a:bodyPr wrap="square" rtlCol="0">
            <a:spAutoFit/>
          </a:bodyPr>
          <a:lstStyle/>
          <a:p>
            <a:pPr marL="285750" indent="-285750">
              <a:buFont typeface="Wingdings" panose="05000000000000000000" pitchFamily="2" charset="2"/>
              <a:buChar char="ü"/>
            </a:pPr>
            <a:r>
              <a:rPr lang="es-ES" b="1" dirty="0">
                <a:latin typeface="Arial" panose="020B0604020202020204" pitchFamily="34" charset="0"/>
                <a:cs typeface="Arial" panose="020B0604020202020204" pitchFamily="34" charset="0"/>
              </a:rPr>
              <a:t>CONSULTORÍA</a:t>
            </a:r>
          </a:p>
          <a:p>
            <a:r>
              <a:rPr lang="es-ES" dirty="0">
                <a:latin typeface="Arial" panose="020B0604020202020204" pitchFamily="34" charset="0"/>
                <a:cs typeface="Arial" panose="020B0604020202020204" pitchFamily="34" charset="0"/>
              </a:rPr>
              <a:t> 	Todo lo que debes saber sobre tu pensión ley 73 o ley 97, asesoría sobre INFONAVIT, seguros de vida, derechos obrero-patronales y mucho mas. </a:t>
            </a:r>
          </a:p>
          <a:p>
            <a:endParaRPr lang="es-ES" dirty="0">
              <a:latin typeface="Arial" panose="020B0604020202020204" pitchFamily="34" charset="0"/>
              <a:cs typeface="Arial" panose="020B0604020202020204" pitchFamily="34" charset="0"/>
            </a:endParaRPr>
          </a:p>
          <a:p>
            <a:pPr marL="285750" indent="-285750">
              <a:buFont typeface="Wingdings" panose="05000000000000000000" pitchFamily="2" charset="2"/>
              <a:buChar char="ü"/>
            </a:pPr>
            <a:r>
              <a:rPr lang="es-ES" b="1" dirty="0">
                <a:latin typeface="Arial" panose="020B0604020202020204" pitchFamily="34" charset="0"/>
                <a:cs typeface="Arial" panose="020B0604020202020204" pitchFamily="34" charset="0"/>
              </a:rPr>
              <a:t>SEGURIDAD SOCIAL PARA TRABAJADORES IDEPENDIENTES</a:t>
            </a:r>
          </a:p>
          <a:p>
            <a:r>
              <a:rPr lang="es-ES" dirty="0">
                <a:latin typeface="Arial" panose="020B0604020202020204" pitchFamily="34" charset="0"/>
                <a:cs typeface="Arial" panose="020B0604020202020204" pitchFamily="34" charset="0"/>
              </a:rPr>
              <a:t>	Si eres trabajador independiente te ofrecemos el servicio de afiliación al IMSS, para que puedas tener todos los beneficios de tener Seguridad Social en el régimen obligatorio tales como INFONAVIT, AFORE, IMSS, Guarderías, recuperación de derechos para tu pensión </a:t>
            </a:r>
            <a:endParaRPr lang="es-419" dirty="0">
              <a:latin typeface="Arial" panose="020B0604020202020204" pitchFamily="34" charset="0"/>
              <a:cs typeface="Arial" panose="020B0604020202020204" pitchFamily="34" charset="0"/>
            </a:endParaRPr>
          </a:p>
        </p:txBody>
      </p:sp>
      <p:pic>
        <p:nvPicPr>
          <p:cNvPr id="6" name="Marcador de posición de imagen 6">
            <a:extLst>
              <a:ext uri="{FF2B5EF4-FFF2-40B4-BE49-F238E27FC236}">
                <a16:creationId xmlns:a16="http://schemas.microsoft.com/office/drawing/2014/main" id="{BAEB1D50-9B3B-4B5E-A53D-A3B24F2617CD}"/>
              </a:ext>
            </a:extLst>
          </p:cNvPr>
          <p:cNvPicPr>
            <a:picLocks noChangeAspect="1"/>
          </p:cNvPicPr>
          <p:nvPr/>
        </p:nvPicPr>
        <p:blipFill rotWithShape="1">
          <a:blip r:embed="rId4"/>
          <a:srcRect l="25943" t="17051" r="38022" b="52147"/>
          <a:stretch/>
        </p:blipFill>
        <p:spPr>
          <a:xfrm>
            <a:off x="9996104" y="6371350"/>
            <a:ext cx="1547896" cy="486650"/>
          </a:xfrm>
          <a:prstGeom prst="rect">
            <a:avLst/>
          </a:prstGeom>
        </p:spPr>
      </p:pic>
    </p:spTree>
    <p:extLst>
      <p:ext uri="{BB962C8B-B14F-4D97-AF65-F5344CB8AC3E}">
        <p14:creationId xmlns:p14="http://schemas.microsoft.com/office/powerpoint/2010/main" val="40916746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descr="Bloque de énfasis izquierdo">
            <a:extLst>
              <a:ext uri="{FF2B5EF4-FFF2-40B4-BE49-F238E27FC236}">
                <a16:creationId xmlns:a16="http://schemas.microsoft.com/office/drawing/2014/main" id="{7F65E93D-09FF-42EE-B9DD-750638966686}"/>
              </a:ext>
              <a:ext uri="{C183D7F6-B498-43B3-948B-1728B52AA6E4}">
                <adec:decorative xmlns:adec="http://schemas.microsoft.com/office/drawing/2017/decorative" val="1"/>
              </a:ext>
            </a:extLst>
          </p:cNvPr>
          <p:cNvSpPr/>
          <p:nvPr/>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es-ES"/>
          </a:p>
        </p:txBody>
      </p:sp>
      <p:sp>
        <p:nvSpPr>
          <p:cNvPr id="4" name="Marcador de texto 3">
            <a:extLst>
              <a:ext uri="{FF2B5EF4-FFF2-40B4-BE49-F238E27FC236}">
                <a16:creationId xmlns:a16="http://schemas.microsoft.com/office/drawing/2014/main" id="{6AB259A0-0017-492F-A0DC-4B70C7052AE0}"/>
              </a:ext>
            </a:extLst>
          </p:cNvPr>
          <p:cNvSpPr>
            <a:spLocks noGrp="1"/>
          </p:cNvSpPr>
          <p:nvPr>
            <p:ph type="body" idx="1"/>
          </p:nvPr>
        </p:nvSpPr>
        <p:spPr>
          <a:xfrm>
            <a:off x="432000" y="2442934"/>
            <a:ext cx="5472000" cy="360000"/>
          </a:xfrm>
        </p:spPr>
        <p:txBody>
          <a:bodyPr rtlCol="0"/>
          <a:lstStyle/>
          <a:p>
            <a:pPr rtl="0"/>
            <a:r>
              <a:rPr lang="es-ES" dirty="0"/>
              <a:t>Requisitos </a:t>
            </a:r>
          </a:p>
        </p:txBody>
      </p:sp>
      <p:sp>
        <p:nvSpPr>
          <p:cNvPr id="5" name="Marcador de contenido 4">
            <a:extLst>
              <a:ext uri="{FF2B5EF4-FFF2-40B4-BE49-F238E27FC236}">
                <a16:creationId xmlns:a16="http://schemas.microsoft.com/office/drawing/2014/main" id="{CEEB3BAE-C0B2-447C-B8BE-96C6BD84D658}"/>
              </a:ext>
            </a:extLst>
          </p:cNvPr>
          <p:cNvSpPr>
            <a:spLocks noGrp="1"/>
          </p:cNvSpPr>
          <p:nvPr>
            <p:ph sz="half" idx="2"/>
          </p:nvPr>
        </p:nvSpPr>
        <p:spPr>
          <a:xfrm>
            <a:off x="432000" y="2950768"/>
            <a:ext cx="5472000" cy="2194694"/>
          </a:xfrm>
        </p:spPr>
        <p:txBody>
          <a:bodyPr rtlCol="0"/>
          <a:lstStyle/>
          <a:p>
            <a:pPr rtl="0"/>
            <a:r>
              <a:rPr lang="es-ES" dirty="0"/>
              <a:t>Identificación Oficial con fotografía (INE, Pasaporte, Cédula Profesional, Cartilla militar)</a:t>
            </a:r>
          </a:p>
          <a:p>
            <a:pPr rtl="0"/>
            <a:r>
              <a:rPr lang="es-ES" dirty="0"/>
              <a:t>Documento probatorio NSS (Estado de cuenta AFORE, cartilla IMSS, reporte de semanas cotizadas, credencial ADIMSS.</a:t>
            </a:r>
          </a:p>
          <a:p>
            <a:pPr rtl="0"/>
            <a:r>
              <a:rPr lang="es-ES" dirty="0"/>
              <a:t>Comprobante de Domicilio no mayor a tres meses</a:t>
            </a:r>
          </a:p>
          <a:p>
            <a:pPr rtl="0"/>
            <a:r>
              <a:rPr lang="es-ES" dirty="0"/>
              <a:t>Hoja de inscripción firmada.</a:t>
            </a:r>
          </a:p>
          <a:p>
            <a:pPr rtl="0"/>
            <a:r>
              <a:rPr lang="es-ES" dirty="0"/>
              <a:t>Comprobante de pago</a:t>
            </a:r>
          </a:p>
        </p:txBody>
      </p:sp>
      <p:cxnSp>
        <p:nvCxnSpPr>
          <p:cNvPr id="11" name="Conector recto 10" descr="Línea divisoria de la diapositiva">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Rectángulo 12" descr="Barra de énfasis derecha&#10;">
            <a:extLst>
              <a:ext uri="{FF2B5EF4-FFF2-40B4-BE49-F238E27FC236}">
                <a16:creationId xmlns:a16="http://schemas.microsoft.com/office/drawing/2014/main" id="{A7CD04AE-9A8B-4DED-855D-F51B510D0B69}"/>
              </a:ext>
              <a:ext uri="{C183D7F6-B498-43B3-948B-1728B52AA6E4}">
                <adec:decorative xmlns:adec="http://schemas.microsoft.com/office/drawing/2017/decorative" val="1"/>
              </a:ext>
            </a:extLst>
          </p:cNvPr>
          <p:cNvSpPr/>
          <p:nvPr/>
        </p:nvSpPr>
        <p:spPr>
          <a:xfrm>
            <a:off x="6299887" y="2100317"/>
            <a:ext cx="1984175" cy="11482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es-ES"/>
          </a:p>
        </p:txBody>
      </p:sp>
      <p:sp>
        <p:nvSpPr>
          <p:cNvPr id="8" name="Marcador de número de diapositiva 7">
            <a:extLst>
              <a:ext uri="{FF2B5EF4-FFF2-40B4-BE49-F238E27FC236}">
                <a16:creationId xmlns:a16="http://schemas.microsoft.com/office/drawing/2014/main" id="{E6AC9832-FB01-464A-9824-61887B77997E}"/>
              </a:ext>
            </a:extLst>
          </p:cNvPr>
          <p:cNvSpPr>
            <a:spLocks noGrp="1"/>
          </p:cNvSpPr>
          <p:nvPr>
            <p:ph type="sldNum" sz="quarter" idx="33"/>
          </p:nvPr>
        </p:nvSpPr>
        <p:spPr>
          <a:xfrm>
            <a:off x="11760000" y="6371351"/>
            <a:ext cx="432000" cy="432000"/>
          </a:xfrm>
        </p:spPr>
        <p:txBody>
          <a:bodyPr rtlCol="0"/>
          <a:lstStyle/>
          <a:p>
            <a:pPr rtl="0"/>
            <a:fld id="{19B51A1E-902D-48AF-9020-955120F399B6}" type="slidenum">
              <a:rPr lang="es-ES" smtClean="0"/>
              <a:pPr rtl="0"/>
              <a:t>8</a:t>
            </a:fld>
            <a:endParaRPr lang="es-ES"/>
          </a:p>
        </p:txBody>
      </p:sp>
      <p:sp>
        <p:nvSpPr>
          <p:cNvPr id="15" name="Título 14">
            <a:extLst>
              <a:ext uri="{FF2B5EF4-FFF2-40B4-BE49-F238E27FC236}">
                <a16:creationId xmlns:a16="http://schemas.microsoft.com/office/drawing/2014/main" id="{6070B015-D050-48ED-8B7B-9A1B6136B9A4}"/>
              </a:ext>
            </a:extLst>
          </p:cNvPr>
          <p:cNvSpPr>
            <a:spLocks noGrp="1"/>
          </p:cNvSpPr>
          <p:nvPr>
            <p:ph type="title"/>
          </p:nvPr>
        </p:nvSpPr>
        <p:spPr/>
        <p:txBody>
          <a:bodyPr/>
          <a:lstStyle/>
          <a:p>
            <a:r>
              <a:rPr lang="es-ES" dirty="0"/>
              <a:t>Requisitos para la contratación</a:t>
            </a:r>
            <a:endParaRPr lang="es-419" dirty="0"/>
          </a:p>
        </p:txBody>
      </p:sp>
      <p:pic>
        <p:nvPicPr>
          <p:cNvPr id="14" name="Marcador de posición de imagen 6">
            <a:extLst>
              <a:ext uri="{FF2B5EF4-FFF2-40B4-BE49-F238E27FC236}">
                <a16:creationId xmlns:a16="http://schemas.microsoft.com/office/drawing/2014/main" id="{1E65A8F9-816A-4BDD-9F72-943C9ABC53D6}"/>
              </a:ext>
            </a:extLst>
          </p:cNvPr>
          <p:cNvPicPr>
            <a:picLocks noChangeAspect="1"/>
          </p:cNvPicPr>
          <p:nvPr/>
        </p:nvPicPr>
        <p:blipFill rotWithShape="1">
          <a:blip r:embed="rId3"/>
          <a:srcRect l="25943" t="17051" r="38022" b="52147"/>
          <a:stretch/>
        </p:blipFill>
        <p:spPr>
          <a:xfrm>
            <a:off x="9996104" y="6371350"/>
            <a:ext cx="1547896" cy="486650"/>
          </a:xfrm>
          <a:prstGeom prst="rect">
            <a:avLst/>
          </a:prstGeom>
        </p:spPr>
      </p:pic>
      <p:pic>
        <p:nvPicPr>
          <p:cNvPr id="2" name="Imagen 1">
            <a:extLst>
              <a:ext uri="{FF2B5EF4-FFF2-40B4-BE49-F238E27FC236}">
                <a16:creationId xmlns:a16="http://schemas.microsoft.com/office/drawing/2014/main" id="{AA66243E-3019-42E2-A23E-05E5430E5152}"/>
              </a:ext>
            </a:extLst>
          </p:cNvPr>
          <p:cNvPicPr>
            <a:picLocks noChangeAspect="1"/>
          </p:cNvPicPr>
          <p:nvPr/>
        </p:nvPicPr>
        <p:blipFill>
          <a:blip r:embed="rId4"/>
          <a:stretch>
            <a:fillRect/>
          </a:stretch>
        </p:blipFill>
        <p:spPr>
          <a:xfrm>
            <a:off x="6299887" y="0"/>
            <a:ext cx="4130646" cy="2065323"/>
          </a:xfrm>
          <a:prstGeom prst="rect">
            <a:avLst/>
          </a:prstGeom>
        </p:spPr>
      </p:pic>
      <p:pic>
        <p:nvPicPr>
          <p:cNvPr id="3" name="Imagen 2">
            <a:extLst>
              <a:ext uri="{FF2B5EF4-FFF2-40B4-BE49-F238E27FC236}">
                <a16:creationId xmlns:a16="http://schemas.microsoft.com/office/drawing/2014/main" id="{DD27ECEB-9F18-48B5-9E06-A1154B947D66}"/>
              </a:ext>
            </a:extLst>
          </p:cNvPr>
          <p:cNvPicPr>
            <a:picLocks noChangeAspect="1"/>
          </p:cNvPicPr>
          <p:nvPr/>
        </p:nvPicPr>
        <p:blipFill>
          <a:blip r:embed="rId5"/>
          <a:stretch>
            <a:fillRect/>
          </a:stretch>
        </p:blipFill>
        <p:spPr>
          <a:xfrm>
            <a:off x="9751071" y="164584"/>
            <a:ext cx="2224815" cy="1369117"/>
          </a:xfrm>
          <a:prstGeom prst="rect">
            <a:avLst/>
          </a:prstGeom>
        </p:spPr>
      </p:pic>
      <p:pic>
        <p:nvPicPr>
          <p:cNvPr id="9" name="Imagen 8">
            <a:extLst>
              <a:ext uri="{FF2B5EF4-FFF2-40B4-BE49-F238E27FC236}">
                <a16:creationId xmlns:a16="http://schemas.microsoft.com/office/drawing/2014/main" id="{617C1868-0D3E-4BF2-8570-8B2630311656}"/>
              </a:ext>
            </a:extLst>
          </p:cNvPr>
          <p:cNvPicPr>
            <a:picLocks noChangeAspect="1"/>
          </p:cNvPicPr>
          <p:nvPr/>
        </p:nvPicPr>
        <p:blipFill>
          <a:blip r:embed="rId6"/>
          <a:stretch>
            <a:fillRect/>
          </a:stretch>
        </p:blipFill>
        <p:spPr>
          <a:xfrm>
            <a:off x="10226646" y="1596318"/>
            <a:ext cx="1876425" cy="2428875"/>
          </a:xfrm>
          <a:prstGeom prst="rect">
            <a:avLst/>
          </a:prstGeom>
        </p:spPr>
      </p:pic>
      <p:pic>
        <p:nvPicPr>
          <p:cNvPr id="10" name="Imagen 9">
            <a:extLst>
              <a:ext uri="{FF2B5EF4-FFF2-40B4-BE49-F238E27FC236}">
                <a16:creationId xmlns:a16="http://schemas.microsoft.com/office/drawing/2014/main" id="{2C4A24BF-32E3-47B3-9D77-F91A1DFB057A}"/>
              </a:ext>
            </a:extLst>
          </p:cNvPr>
          <p:cNvPicPr>
            <a:picLocks noChangeAspect="1"/>
          </p:cNvPicPr>
          <p:nvPr/>
        </p:nvPicPr>
        <p:blipFill>
          <a:blip r:embed="rId7"/>
          <a:stretch>
            <a:fillRect/>
          </a:stretch>
        </p:blipFill>
        <p:spPr>
          <a:xfrm>
            <a:off x="6594166" y="2332739"/>
            <a:ext cx="3248025" cy="1409700"/>
          </a:xfrm>
          <a:prstGeom prst="rect">
            <a:avLst/>
          </a:prstGeom>
        </p:spPr>
      </p:pic>
      <p:pic>
        <p:nvPicPr>
          <p:cNvPr id="16" name="Imagen 15">
            <a:extLst>
              <a:ext uri="{FF2B5EF4-FFF2-40B4-BE49-F238E27FC236}">
                <a16:creationId xmlns:a16="http://schemas.microsoft.com/office/drawing/2014/main" id="{9675FFCC-12BC-4F36-B77D-D5430C61A8B8}"/>
              </a:ext>
            </a:extLst>
          </p:cNvPr>
          <p:cNvPicPr>
            <a:picLocks noChangeAspect="1"/>
          </p:cNvPicPr>
          <p:nvPr/>
        </p:nvPicPr>
        <p:blipFill>
          <a:blip r:embed="rId8"/>
          <a:stretch>
            <a:fillRect/>
          </a:stretch>
        </p:blipFill>
        <p:spPr>
          <a:xfrm>
            <a:off x="10323554" y="4118808"/>
            <a:ext cx="1682608" cy="1905892"/>
          </a:xfrm>
          <a:prstGeom prst="rect">
            <a:avLst/>
          </a:prstGeom>
        </p:spPr>
      </p:pic>
      <p:pic>
        <p:nvPicPr>
          <p:cNvPr id="1028" name="Picture 4" descr="Imprime tu recibo de luz CFE - Consulta, descarga e imprime">
            <a:extLst>
              <a:ext uri="{FF2B5EF4-FFF2-40B4-BE49-F238E27FC236}">
                <a16:creationId xmlns:a16="http://schemas.microsoft.com/office/drawing/2014/main" id="{EF6BCE01-0CFC-4CE7-98AE-B3C873834A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239972" y="3993064"/>
            <a:ext cx="1602219" cy="2304796"/>
          </a:xfrm>
          <a:prstGeom prst="rect">
            <a:avLst/>
          </a:prstGeom>
          <a:noFill/>
          <a:extLst>
            <a:ext uri="{909E8E84-426E-40DD-AFC4-6F175D3DCCD1}">
              <a14:hiddenFill xmlns:a14="http://schemas.microsoft.com/office/drawing/2010/main">
                <a:solidFill>
                  <a:srgbClr val="FFFFFF"/>
                </a:solidFill>
              </a14:hiddenFill>
            </a:ext>
          </a:extLst>
        </p:spPr>
      </p:pic>
      <p:pic>
        <p:nvPicPr>
          <p:cNvPr id="21" name="Imagen 20">
            <a:extLst>
              <a:ext uri="{FF2B5EF4-FFF2-40B4-BE49-F238E27FC236}">
                <a16:creationId xmlns:a16="http://schemas.microsoft.com/office/drawing/2014/main" id="{DBBC601A-F303-48DC-AD13-DC0F050F9CBA}"/>
              </a:ext>
            </a:extLst>
          </p:cNvPr>
          <p:cNvPicPr>
            <a:picLocks noChangeAspect="1"/>
          </p:cNvPicPr>
          <p:nvPr/>
        </p:nvPicPr>
        <p:blipFill>
          <a:blip r:embed="rId10"/>
          <a:stretch>
            <a:fillRect/>
          </a:stretch>
        </p:blipFill>
        <p:spPr>
          <a:xfrm>
            <a:off x="5580996" y="4221537"/>
            <a:ext cx="2466975" cy="1847850"/>
          </a:xfrm>
          <a:prstGeom prst="rect">
            <a:avLst/>
          </a:prstGeom>
        </p:spPr>
      </p:pic>
    </p:spTree>
    <p:extLst>
      <p:ext uri="{BB962C8B-B14F-4D97-AF65-F5344CB8AC3E}">
        <p14:creationId xmlns:p14="http://schemas.microsoft.com/office/powerpoint/2010/main" val="3188837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ángulo 11" descr="Bloque de énfasis izquierdo">
            <a:extLst>
              <a:ext uri="{FF2B5EF4-FFF2-40B4-BE49-F238E27FC236}">
                <a16:creationId xmlns:a16="http://schemas.microsoft.com/office/drawing/2014/main" id="{7F65E93D-09FF-42EE-B9DD-750638966686}"/>
              </a:ext>
              <a:ext uri="{C183D7F6-B498-43B3-948B-1728B52AA6E4}">
                <adec:decorative xmlns:adec="http://schemas.microsoft.com/office/drawing/2017/decorative" val="1"/>
              </a:ext>
            </a:extLst>
          </p:cNvPr>
          <p:cNvSpPr/>
          <p:nvPr/>
        </p:nvSpPr>
        <p:spPr>
          <a:xfrm>
            <a:off x="431800" y="2100317"/>
            <a:ext cx="1984175" cy="1148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rtl="0"/>
            <a:endParaRPr lang="es-ES"/>
          </a:p>
        </p:txBody>
      </p:sp>
      <p:sp>
        <p:nvSpPr>
          <p:cNvPr id="4" name="Marcador de texto 3">
            <a:extLst>
              <a:ext uri="{FF2B5EF4-FFF2-40B4-BE49-F238E27FC236}">
                <a16:creationId xmlns:a16="http://schemas.microsoft.com/office/drawing/2014/main" id="{6AB259A0-0017-492F-A0DC-4B70C7052AE0}"/>
              </a:ext>
            </a:extLst>
          </p:cNvPr>
          <p:cNvSpPr>
            <a:spLocks noGrp="1"/>
          </p:cNvSpPr>
          <p:nvPr>
            <p:ph type="body" idx="1"/>
          </p:nvPr>
        </p:nvSpPr>
        <p:spPr>
          <a:xfrm>
            <a:off x="432000" y="2442934"/>
            <a:ext cx="5472000" cy="360000"/>
          </a:xfrm>
        </p:spPr>
        <p:txBody>
          <a:bodyPr rtlCol="0"/>
          <a:lstStyle/>
          <a:p>
            <a:pPr rtl="0"/>
            <a:r>
              <a:rPr lang="es-ES" dirty="0"/>
              <a:t>Requisitos </a:t>
            </a:r>
          </a:p>
        </p:txBody>
      </p:sp>
      <p:sp>
        <p:nvSpPr>
          <p:cNvPr id="5" name="Marcador de contenido 4">
            <a:extLst>
              <a:ext uri="{FF2B5EF4-FFF2-40B4-BE49-F238E27FC236}">
                <a16:creationId xmlns:a16="http://schemas.microsoft.com/office/drawing/2014/main" id="{CEEB3BAE-C0B2-447C-B8BE-96C6BD84D658}"/>
              </a:ext>
            </a:extLst>
          </p:cNvPr>
          <p:cNvSpPr>
            <a:spLocks noGrp="1"/>
          </p:cNvSpPr>
          <p:nvPr>
            <p:ph sz="half" idx="2"/>
          </p:nvPr>
        </p:nvSpPr>
        <p:spPr>
          <a:xfrm>
            <a:off x="432000" y="2950768"/>
            <a:ext cx="5472000" cy="2194694"/>
          </a:xfrm>
        </p:spPr>
        <p:txBody>
          <a:bodyPr rtlCol="0"/>
          <a:lstStyle/>
          <a:p>
            <a:pPr rtl="0"/>
            <a:r>
              <a:rPr lang="es-ES" dirty="0"/>
              <a:t>En caso de contar con crédito de INFONAVIT se deberá agregar el pago de dicho crédito según aviso de retención o estado de cuenta y presentar cualquiera de estos dos documentos.</a:t>
            </a:r>
          </a:p>
          <a:p>
            <a:pPr rtl="0"/>
            <a:endParaRPr lang="es-ES" dirty="0"/>
          </a:p>
          <a:p>
            <a:pPr rtl="0"/>
            <a:r>
              <a:rPr lang="es-ES" dirty="0"/>
              <a:t>Cuando exista un convenio con INFONAVIT el trabajador deberá suspender dicho convenio presentando su hoja de alta al INFONAVIT, de no hacerlo deberá pagar a la empresa además del convenio estipulado por el INFONAVIT </a:t>
            </a:r>
          </a:p>
          <a:p>
            <a:pPr marL="0" indent="0" rtl="0">
              <a:buNone/>
            </a:pPr>
            <a:endParaRPr lang="es-ES" dirty="0"/>
          </a:p>
        </p:txBody>
      </p:sp>
      <p:cxnSp>
        <p:nvCxnSpPr>
          <p:cNvPr id="11" name="Conector recto 10" descr="Línea divisoria de la diapositiva">
            <a:extLst>
              <a:ext uri="{FF2B5EF4-FFF2-40B4-BE49-F238E27FC236}">
                <a16:creationId xmlns:a16="http://schemas.microsoft.com/office/drawing/2014/main" id="{5A563457-1EC8-4978-BCCB-AFD88C9ED04C}"/>
              </a:ext>
              <a:ext uri="{C183D7F6-B498-43B3-948B-1728B52AA6E4}">
                <adec:decorative xmlns:adec="http://schemas.microsoft.com/office/drawing/2017/decorative" val="1"/>
              </a:ext>
            </a:extLst>
          </p:cNvPr>
          <p:cNvCxnSpPr/>
          <p:nvPr/>
        </p:nvCxnSpPr>
        <p:spPr>
          <a:xfrm>
            <a:off x="6096000" y="2363035"/>
            <a:ext cx="0" cy="2411330"/>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6" name="Marcador de texto 5">
            <a:extLst>
              <a:ext uri="{FF2B5EF4-FFF2-40B4-BE49-F238E27FC236}">
                <a16:creationId xmlns:a16="http://schemas.microsoft.com/office/drawing/2014/main" id="{B237D1CA-B91A-410E-A968-D017BBE99F99}"/>
              </a:ext>
            </a:extLst>
          </p:cNvPr>
          <p:cNvSpPr>
            <a:spLocks noGrp="1"/>
          </p:cNvSpPr>
          <p:nvPr>
            <p:ph type="body" sz="quarter" idx="13"/>
          </p:nvPr>
        </p:nvSpPr>
        <p:spPr>
          <a:xfrm>
            <a:off x="6300000" y="2443459"/>
            <a:ext cx="5472000" cy="358775"/>
          </a:xfrm>
        </p:spPr>
        <p:txBody>
          <a:bodyPr rtlCol="0"/>
          <a:lstStyle/>
          <a:p>
            <a:pPr rtl="0"/>
            <a:r>
              <a:rPr lang="es-ES" dirty="0"/>
              <a:t>Notas importantes</a:t>
            </a:r>
          </a:p>
        </p:txBody>
      </p:sp>
      <p:sp>
        <p:nvSpPr>
          <p:cNvPr id="7" name="Marcador de texto 6">
            <a:extLst>
              <a:ext uri="{FF2B5EF4-FFF2-40B4-BE49-F238E27FC236}">
                <a16:creationId xmlns:a16="http://schemas.microsoft.com/office/drawing/2014/main" id="{26A87885-D672-4CF9-A78D-CFE98385B03A}"/>
              </a:ext>
            </a:extLst>
          </p:cNvPr>
          <p:cNvSpPr>
            <a:spLocks noGrp="1"/>
          </p:cNvSpPr>
          <p:nvPr>
            <p:ph type="body" sz="quarter" idx="12"/>
          </p:nvPr>
        </p:nvSpPr>
        <p:spPr>
          <a:xfrm>
            <a:off x="6299888" y="3099859"/>
            <a:ext cx="5244112" cy="2043641"/>
          </a:xfrm>
        </p:spPr>
        <p:txBody>
          <a:bodyPr rtlCol="0"/>
          <a:lstStyle/>
          <a:p>
            <a:pPr rtl="0"/>
            <a:r>
              <a:rPr lang="es-ES" dirty="0"/>
              <a:t>Recuerda que con el aumento salarial aumentan las cuotas a aportas, por lo que aumentará la mensualidad en proporción  </a:t>
            </a:r>
          </a:p>
          <a:p>
            <a:pPr rtl="0"/>
            <a:r>
              <a:rPr lang="es-ES" dirty="0"/>
              <a:t>Los días de pago van del 28 al 05 del mes en curso.</a:t>
            </a:r>
          </a:p>
          <a:p>
            <a:pPr marL="0" indent="0" rtl="0">
              <a:buNone/>
            </a:pPr>
            <a:endParaRPr lang="es-ES" dirty="0"/>
          </a:p>
        </p:txBody>
      </p:sp>
      <p:sp>
        <p:nvSpPr>
          <p:cNvPr id="8" name="Marcador de número de diapositiva 7">
            <a:extLst>
              <a:ext uri="{FF2B5EF4-FFF2-40B4-BE49-F238E27FC236}">
                <a16:creationId xmlns:a16="http://schemas.microsoft.com/office/drawing/2014/main" id="{E6AC9832-FB01-464A-9824-61887B77997E}"/>
              </a:ext>
            </a:extLst>
          </p:cNvPr>
          <p:cNvSpPr>
            <a:spLocks noGrp="1"/>
          </p:cNvSpPr>
          <p:nvPr>
            <p:ph type="sldNum" sz="quarter" idx="33"/>
          </p:nvPr>
        </p:nvSpPr>
        <p:spPr>
          <a:xfrm>
            <a:off x="11760000" y="6371351"/>
            <a:ext cx="432000" cy="432000"/>
          </a:xfrm>
        </p:spPr>
        <p:txBody>
          <a:bodyPr rtlCol="0"/>
          <a:lstStyle/>
          <a:p>
            <a:pPr rtl="0"/>
            <a:fld id="{19B51A1E-902D-48AF-9020-955120F399B6}" type="slidenum">
              <a:rPr lang="es-ES" smtClean="0"/>
              <a:pPr rtl="0"/>
              <a:t>9</a:t>
            </a:fld>
            <a:endParaRPr lang="es-ES"/>
          </a:p>
        </p:txBody>
      </p:sp>
      <p:sp>
        <p:nvSpPr>
          <p:cNvPr id="15" name="Título 14">
            <a:extLst>
              <a:ext uri="{FF2B5EF4-FFF2-40B4-BE49-F238E27FC236}">
                <a16:creationId xmlns:a16="http://schemas.microsoft.com/office/drawing/2014/main" id="{6070B015-D050-48ED-8B7B-9A1B6136B9A4}"/>
              </a:ext>
            </a:extLst>
          </p:cNvPr>
          <p:cNvSpPr>
            <a:spLocks noGrp="1"/>
          </p:cNvSpPr>
          <p:nvPr>
            <p:ph type="title"/>
          </p:nvPr>
        </p:nvSpPr>
        <p:spPr/>
        <p:txBody>
          <a:bodyPr/>
          <a:lstStyle/>
          <a:p>
            <a:r>
              <a:rPr lang="es-ES" dirty="0"/>
              <a:t>Adicionales</a:t>
            </a:r>
            <a:endParaRPr lang="es-419" dirty="0"/>
          </a:p>
        </p:txBody>
      </p:sp>
      <p:pic>
        <p:nvPicPr>
          <p:cNvPr id="10" name="Marcador de posición de imagen 6">
            <a:extLst>
              <a:ext uri="{FF2B5EF4-FFF2-40B4-BE49-F238E27FC236}">
                <a16:creationId xmlns:a16="http://schemas.microsoft.com/office/drawing/2014/main" id="{C9C9B90D-E971-4E06-BE7D-9FE54C87B023}"/>
              </a:ext>
            </a:extLst>
          </p:cNvPr>
          <p:cNvPicPr>
            <a:picLocks noChangeAspect="1"/>
          </p:cNvPicPr>
          <p:nvPr/>
        </p:nvPicPr>
        <p:blipFill rotWithShape="1">
          <a:blip r:embed="rId3"/>
          <a:srcRect l="25943" t="17051" r="38022" b="52147"/>
          <a:stretch/>
        </p:blipFill>
        <p:spPr>
          <a:xfrm>
            <a:off x="9996104" y="6371350"/>
            <a:ext cx="1547896" cy="486650"/>
          </a:xfrm>
          <a:prstGeom prst="rect">
            <a:avLst/>
          </a:prstGeom>
        </p:spPr>
      </p:pic>
      <p:sp>
        <p:nvSpPr>
          <p:cNvPr id="16" name="Marcador de texto 5">
            <a:extLst>
              <a:ext uri="{FF2B5EF4-FFF2-40B4-BE49-F238E27FC236}">
                <a16:creationId xmlns:a16="http://schemas.microsoft.com/office/drawing/2014/main" id="{7ACF09EF-CB23-435C-BC6C-75153FCA7994}"/>
              </a:ext>
            </a:extLst>
          </p:cNvPr>
          <p:cNvSpPr txBox="1">
            <a:spLocks/>
          </p:cNvSpPr>
          <p:nvPr/>
        </p:nvSpPr>
        <p:spPr>
          <a:xfrm>
            <a:off x="6300000" y="4415590"/>
            <a:ext cx="5472000" cy="358775"/>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Tiempo de respuesta</a:t>
            </a:r>
          </a:p>
        </p:txBody>
      </p:sp>
      <p:sp>
        <p:nvSpPr>
          <p:cNvPr id="17" name="Marcador de texto 6">
            <a:extLst>
              <a:ext uri="{FF2B5EF4-FFF2-40B4-BE49-F238E27FC236}">
                <a16:creationId xmlns:a16="http://schemas.microsoft.com/office/drawing/2014/main" id="{22881FFD-9D7B-4428-8807-6BE20C8793AF}"/>
              </a:ext>
            </a:extLst>
          </p:cNvPr>
          <p:cNvSpPr txBox="1">
            <a:spLocks/>
          </p:cNvSpPr>
          <p:nvPr/>
        </p:nvSpPr>
        <p:spPr>
          <a:xfrm>
            <a:off x="6310776" y="5089952"/>
            <a:ext cx="5472113" cy="2196041"/>
          </a:xfrm>
          <a:prstGeom prst="rect">
            <a:avLst/>
          </a:prstGeom>
        </p:spPr>
        <p:txBody>
          <a:bodyPr vert="horz" lIns="0" tIns="0" rIns="0" bIns="0" rtlCol="0">
            <a:noAutofit/>
          </a:bodyPr>
          <a:lstStyle>
            <a:lvl1pPr marL="266700" indent="-266700" algn="l" defTabSz="914400" rtl="0" eaLnBrk="1" latinLnBrk="0" hangingPunct="1">
              <a:lnSpc>
                <a:spcPct val="90000"/>
              </a:lnSpc>
              <a:spcBef>
                <a:spcPts val="1000"/>
              </a:spcBef>
              <a:buFont typeface="Arial" panose="020B0604020202020204" pitchFamily="34" charset="0"/>
              <a:buChar char="•"/>
              <a:defRPr sz="1800" kern="1200">
                <a:solidFill>
                  <a:schemeClr val="tx1">
                    <a:lumMod val="75000"/>
                    <a:lumOff val="25000"/>
                  </a:schemeClr>
                </a:solidFill>
                <a:latin typeface="+mn-lt"/>
                <a:ea typeface="+mn-ea"/>
                <a:cs typeface="+mn-cs"/>
              </a:defRPr>
            </a:lvl1pPr>
            <a:lvl2pPr marL="542925" indent="-276225" algn="l" defTabSz="914400" rtl="0" eaLnBrk="1" latinLnBrk="0" hangingPunct="1">
              <a:lnSpc>
                <a:spcPct val="90000"/>
              </a:lnSpc>
              <a:spcBef>
                <a:spcPts val="500"/>
              </a:spcBef>
              <a:buFont typeface="Arial" panose="020B0604020202020204" pitchFamily="34" charset="0"/>
              <a:buChar char="•"/>
              <a:defRPr sz="1600" kern="1200">
                <a:solidFill>
                  <a:schemeClr val="tx1">
                    <a:lumMod val="75000"/>
                    <a:lumOff val="25000"/>
                  </a:schemeClr>
                </a:solidFill>
                <a:latin typeface="+mn-lt"/>
                <a:ea typeface="+mn-ea"/>
                <a:cs typeface="+mn-cs"/>
              </a:defRPr>
            </a:lvl2pPr>
            <a:lvl3pPr marL="8096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0763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343025" indent="-266700" algn="l" defTabSz="914400" rtl="0" eaLnBrk="1" latinLnBrk="0" hangingPunct="1">
              <a:lnSpc>
                <a:spcPct val="9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ES" dirty="0"/>
              <a:t>De 3 a 5 días hábiles. </a:t>
            </a:r>
          </a:p>
        </p:txBody>
      </p:sp>
    </p:spTree>
    <p:extLst>
      <p:ext uri="{BB962C8B-B14F-4D97-AF65-F5344CB8AC3E}">
        <p14:creationId xmlns:p14="http://schemas.microsoft.com/office/powerpoint/2010/main" val="36817951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pie de página 7">
            <a:extLst>
              <a:ext uri="{FF2B5EF4-FFF2-40B4-BE49-F238E27FC236}">
                <a16:creationId xmlns:a16="http://schemas.microsoft.com/office/drawing/2014/main" id="{8BDC0F01-48EF-41FD-BDE8-60F847B4E7F2}"/>
              </a:ext>
            </a:extLst>
          </p:cNvPr>
          <p:cNvSpPr>
            <a:spLocks noGrp="1"/>
          </p:cNvSpPr>
          <p:nvPr>
            <p:ph type="ftr" sz="quarter" idx="14"/>
          </p:nvPr>
        </p:nvSpPr>
        <p:spPr/>
        <p:txBody>
          <a:bodyPr/>
          <a:lstStyle/>
          <a:p>
            <a:pPr rtl="0"/>
            <a:r>
              <a:rPr lang="es-ES" noProof="0"/>
              <a:t>Agregue un pie de página</a:t>
            </a:r>
          </a:p>
        </p:txBody>
      </p:sp>
      <p:sp>
        <p:nvSpPr>
          <p:cNvPr id="9" name="Marcador de número de diapositiva 8">
            <a:extLst>
              <a:ext uri="{FF2B5EF4-FFF2-40B4-BE49-F238E27FC236}">
                <a16:creationId xmlns:a16="http://schemas.microsoft.com/office/drawing/2014/main" id="{EED78C4C-9248-47BB-9DA8-9375BDBAFE5C}"/>
              </a:ext>
            </a:extLst>
          </p:cNvPr>
          <p:cNvSpPr>
            <a:spLocks noGrp="1"/>
          </p:cNvSpPr>
          <p:nvPr>
            <p:ph type="sldNum" sz="quarter" idx="33"/>
          </p:nvPr>
        </p:nvSpPr>
        <p:spPr/>
        <p:txBody>
          <a:bodyPr/>
          <a:lstStyle/>
          <a:p>
            <a:pPr rtl="0"/>
            <a:fld id="{19B51A1E-902D-48AF-9020-955120F399B6}" type="slidenum">
              <a:rPr lang="es-ES" noProof="0" smtClean="0"/>
              <a:pPr rtl="0"/>
              <a:t>10</a:t>
            </a:fld>
            <a:endParaRPr lang="es-ES" noProof="0"/>
          </a:p>
        </p:txBody>
      </p:sp>
      <p:pic>
        <p:nvPicPr>
          <p:cNvPr id="10" name="Marcador de posición de imagen 6">
            <a:extLst>
              <a:ext uri="{FF2B5EF4-FFF2-40B4-BE49-F238E27FC236}">
                <a16:creationId xmlns:a16="http://schemas.microsoft.com/office/drawing/2014/main" id="{FDD7230D-0309-4E47-B0C6-27A1EC56720E}"/>
              </a:ext>
            </a:extLst>
          </p:cNvPr>
          <p:cNvPicPr>
            <a:picLocks noChangeAspect="1"/>
          </p:cNvPicPr>
          <p:nvPr/>
        </p:nvPicPr>
        <p:blipFill rotWithShape="1">
          <a:blip r:embed="rId2"/>
          <a:srcRect l="25943" t="17051" r="38022" b="52147"/>
          <a:stretch/>
        </p:blipFill>
        <p:spPr>
          <a:xfrm>
            <a:off x="9996104" y="6316701"/>
            <a:ext cx="1547896" cy="486650"/>
          </a:xfrm>
          <a:prstGeom prst="rect">
            <a:avLst/>
          </a:prstGeom>
        </p:spPr>
      </p:pic>
      <p:pic>
        <p:nvPicPr>
          <p:cNvPr id="11" name="Imagen 10">
            <a:extLst>
              <a:ext uri="{FF2B5EF4-FFF2-40B4-BE49-F238E27FC236}">
                <a16:creationId xmlns:a16="http://schemas.microsoft.com/office/drawing/2014/main" id="{8571E9DD-50E9-4DB0-92D8-01CC45FD5C88}"/>
              </a:ext>
            </a:extLst>
          </p:cNvPr>
          <p:cNvPicPr>
            <a:picLocks noChangeAspect="1"/>
          </p:cNvPicPr>
          <p:nvPr/>
        </p:nvPicPr>
        <p:blipFill rotWithShape="1">
          <a:blip r:embed="rId3"/>
          <a:srcRect l="20926" t="14798" r="20741" b="12739"/>
          <a:stretch/>
        </p:blipFill>
        <p:spPr>
          <a:xfrm>
            <a:off x="2020956" y="443516"/>
            <a:ext cx="8150088" cy="5692124"/>
          </a:xfrm>
          <a:prstGeom prst="rect">
            <a:avLst/>
          </a:prstGeom>
        </p:spPr>
      </p:pic>
      <p:sp>
        <p:nvSpPr>
          <p:cNvPr id="12" name="Rectángulo 11">
            <a:extLst>
              <a:ext uri="{FF2B5EF4-FFF2-40B4-BE49-F238E27FC236}">
                <a16:creationId xmlns:a16="http://schemas.microsoft.com/office/drawing/2014/main" id="{1035198D-B4CD-4CE0-A749-5641DAB7DAE7}"/>
              </a:ext>
            </a:extLst>
          </p:cNvPr>
          <p:cNvSpPr/>
          <p:nvPr/>
        </p:nvSpPr>
        <p:spPr>
          <a:xfrm>
            <a:off x="2874532" y="5783578"/>
            <a:ext cx="902337" cy="3520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dirty="0"/>
          </a:p>
        </p:txBody>
      </p:sp>
      <p:sp>
        <p:nvSpPr>
          <p:cNvPr id="2" name="CuadroTexto 1">
            <a:extLst>
              <a:ext uri="{FF2B5EF4-FFF2-40B4-BE49-F238E27FC236}">
                <a16:creationId xmlns:a16="http://schemas.microsoft.com/office/drawing/2014/main" id="{CB6D3EA9-21EC-4394-BF26-2A0954D4836B}"/>
              </a:ext>
            </a:extLst>
          </p:cNvPr>
          <p:cNvSpPr txBox="1"/>
          <p:nvPr/>
        </p:nvSpPr>
        <p:spPr>
          <a:xfrm>
            <a:off x="3460800" y="3429000"/>
            <a:ext cx="5270400" cy="707886"/>
          </a:xfrm>
          <a:prstGeom prst="rect">
            <a:avLst/>
          </a:prstGeom>
          <a:noFill/>
        </p:spPr>
        <p:txBody>
          <a:bodyPr wrap="square" rtlCol="0">
            <a:spAutoFit/>
          </a:bodyPr>
          <a:lstStyle/>
          <a:p>
            <a:r>
              <a:rPr lang="es-ES" sz="4000" b="1" dirty="0">
                <a:effectLst>
                  <a:glow rad="101600">
                    <a:schemeClr val="accent3">
                      <a:lumMod val="50000"/>
                      <a:alpha val="60000"/>
                    </a:schemeClr>
                  </a:glow>
                </a:effectLst>
              </a:rPr>
              <a:t>Documento de Alta</a:t>
            </a:r>
            <a:endParaRPr lang="es-419" sz="4000" b="1" dirty="0">
              <a:effectLst>
                <a:glow rad="101600">
                  <a:schemeClr val="accent3">
                    <a:lumMod val="50000"/>
                    <a:alpha val="60000"/>
                  </a:schemeClr>
                </a:glow>
              </a:effectLst>
            </a:endParaRPr>
          </a:p>
        </p:txBody>
      </p:sp>
    </p:spTree>
    <p:extLst>
      <p:ext uri="{BB962C8B-B14F-4D97-AF65-F5344CB8AC3E}">
        <p14:creationId xmlns:p14="http://schemas.microsoft.com/office/powerpoint/2010/main" val="21824283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Marcador de pie de página 7">
            <a:extLst>
              <a:ext uri="{FF2B5EF4-FFF2-40B4-BE49-F238E27FC236}">
                <a16:creationId xmlns:a16="http://schemas.microsoft.com/office/drawing/2014/main" id="{1E8706FC-C4DB-4144-984A-97838F2BD11F}"/>
              </a:ext>
            </a:extLst>
          </p:cNvPr>
          <p:cNvSpPr>
            <a:spLocks noGrp="1"/>
          </p:cNvSpPr>
          <p:nvPr>
            <p:ph type="ftr" sz="quarter" idx="14"/>
          </p:nvPr>
        </p:nvSpPr>
        <p:spPr/>
        <p:txBody>
          <a:bodyPr/>
          <a:lstStyle/>
          <a:p>
            <a:pPr rtl="0"/>
            <a:r>
              <a:rPr lang="es-ES" noProof="0"/>
              <a:t>Agregue un pie de página</a:t>
            </a:r>
          </a:p>
        </p:txBody>
      </p:sp>
      <p:sp>
        <p:nvSpPr>
          <p:cNvPr id="9" name="Marcador de número de diapositiva 8">
            <a:extLst>
              <a:ext uri="{FF2B5EF4-FFF2-40B4-BE49-F238E27FC236}">
                <a16:creationId xmlns:a16="http://schemas.microsoft.com/office/drawing/2014/main" id="{B7A798E9-5194-4438-8B3D-DEFA1CBE6601}"/>
              </a:ext>
            </a:extLst>
          </p:cNvPr>
          <p:cNvSpPr>
            <a:spLocks noGrp="1"/>
          </p:cNvSpPr>
          <p:nvPr>
            <p:ph type="sldNum" sz="quarter" idx="33"/>
          </p:nvPr>
        </p:nvSpPr>
        <p:spPr/>
        <p:txBody>
          <a:bodyPr/>
          <a:lstStyle/>
          <a:p>
            <a:pPr rtl="0"/>
            <a:fld id="{19B51A1E-902D-48AF-9020-955120F399B6}" type="slidenum">
              <a:rPr lang="es-ES" noProof="0" smtClean="0"/>
              <a:pPr rtl="0"/>
              <a:t>11</a:t>
            </a:fld>
            <a:endParaRPr lang="es-ES" noProof="0"/>
          </a:p>
        </p:txBody>
      </p:sp>
      <p:pic>
        <p:nvPicPr>
          <p:cNvPr id="10" name="Marcador de posición de imagen 6">
            <a:extLst>
              <a:ext uri="{FF2B5EF4-FFF2-40B4-BE49-F238E27FC236}">
                <a16:creationId xmlns:a16="http://schemas.microsoft.com/office/drawing/2014/main" id="{7E6582E9-6AFB-42AF-9F13-6CCC78195A87}"/>
              </a:ext>
            </a:extLst>
          </p:cNvPr>
          <p:cNvPicPr>
            <a:picLocks noChangeAspect="1"/>
          </p:cNvPicPr>
          <p:nvPr/>
        </p:nvPicPr>
        <p:blipFill rotWithShape="1">
          <a:blip r:embed="rId2"/>
          <a:srcRect l="25943" t="17051" r="38022" b="52147"/>
          <a:stretch/>
        </p:blipFill>
        <p:spPr>
          <a:xfrm>
            <a:off x="10007393" y="6316701"/>
            <a:ext cx="1547896" cy="486650"/>
          </a:xfrm>
          <a:prstGeom prst="rect">
            <a:avLst/>
          </a:prstGeom>
        </p:spPr>
      </p:pic>
      <p:pic>
        <p:nvPicPr>
          <p:cNvPr id="11" name="Imagen 10">
            <a:extLst>
              <a:ext uri="{FF2B5EF4-FFF2-40B4-BE49-F238E27FC236}">
                <a16:creationId xmlns:a16="http://schemas.microsoft.com/office/drawing/2014/main" id="{553F344C-3DA8-43F5-8ECF-B1B18B8FE2C9}"/>
              </a:ext>
            </a:extLst>
          </p:cNvPr>
          <p:cNvPicPr>
            <a:picLocks noChangeAspect="1"/>
          </p:cNvPicPr>
          <p:nvPr/>
        </p:nvPicPr>
        <p:blipFill rotWithShape="1">
          <a:blip r:embed="rId3"/>
          <a:srcRect l="20776" t="14134" r="20342" b="13667"/>
          <a:stretch/>
        </p:blipFill>
        <p:spPr>
          <a:xfrm>
            <a:off x="2009422" y="304801"/>
            <a:ext cx="8331200" cy="5743378"/>
          </a:xfrm>
          <a:prstGeom prst="rect">
            <a:avLst/>
          </a:prstGeom>
        </p:spPr>
      </p:pic>
      <p:sp>
        <p:nvSpPr>
          <p:cNvPr id="12" name="Rectángulo 11">
            <a:extLst>
              <a:ext uri="{FF2B5EF4-FFF2-40B4-BE49-F238E27FC236}">
                <a16:creationId xmlns:a16="http://schemas.microsoft.com/office/drawing/2014/main" id="{A6F72BB5-5CD5-477B-9292-6A936F8AA391}"/>
              </a:ext>
            </a:extLst>
          </p:cNvPr>
          <p:cNvSpPr/>
          <p:nvPr/>
        </p:nvSpPr>
        <p:spPr>
          <a:xfrm>
            <a:off x="3002844" y="5739847"/>
            <a:ext cx="778934" cy="2950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7" name="CuadroTexto 6">
            <a:extLst>
              <a:ext uri="{FF2B5EF4-FFF2-40B4-BE49-F238E27FC236}">
                <a16:creationId xmlns:a16="http://schemas.microsoft.com/office/drawing/2014/main" id="{E2D5B1AE-023D-40BD-ADF8-4E4AFF10540F}"/>
              </a:ext>
            </a:extLst>
          </p:cNvPr>
          <p:cNvSpPr txBox="1"/>
          <p:nvPr/>
        </p:nvSpPr>
        <p:spPr>
          <a:xfrm>
            <a:off x="3539822" y="3429000"/>
            <a:ext cx="5270400" cy="707886"/>
          </a:xfrm>
          <a:prstGeom prst="rect">
            <a:avLst/>
          </a:prstGeom>
          <a:noFill/>
        </p:spPr>
        <p:txBody>
          <a:bodyPr wrap="square" rtlCol="0">
            <a:spAutoFit/>
          </a:bodyPr>
          <a:lstStyle/>
          <a:p>
            <a:r>
              <a:rPr lang="es-ES" sz="4000" b="1" dirty="0">
                <a:effectLst>
                  <a:glow rad="101600">
                    <a:schemeClr val="accent3">
                      <a:lumMod val="50000"/>
                      <a:alpha val="60000"/>
                    </a:schemeClr>
                  </a:glow>
                </a:effectLst>
              </a:rPr>
              <a:t>Documento de Baja</a:t>
            </a:r>
            <a:endParaRPr lang="es-419" sz="4000" b="1" dirty="0">
              <a:effectLst>
                <a:glow rad="101600">
                  <a:schemeClr val="accent3">
                    <a:lumMod val="50000"/>
                    <a:alpha val="60000"/>
                  </a:schemeClr>
                </a:glow>
              </a:effectLst>
            </a:endParaRPr>
          </a:p>
        </p:txBody>
      </p:sp>
    </p:spTree>
    <p:extLst>
      <p:ext uri="{BB962C8B-B14F-4D97-AF65-F5344CB8AC3E}">
        <p14:creationId xmlns:p14="http://schemas.microsoft.com/office/powerpoint/2010/main" val="3529019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Marcador de posición de imagen 31" descr="manos aplaudiendo">
            <a:extLst>
              <a:ext uri="{FF2B5EF4-FFF2-40B4-BE49-F238E27FC236}">
                <a16:creationId xmlns:a16="http://schemas.microsoft.com/office/drawing/2014/main" id="{AAB6EE12-FEF8-FB41-A909-0DA61D7725C7}"/>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p:pic>
      <p:sp>
        <p:nvSpPr>
          <p:cNvPr id="14" name="Título 13">
            <a:extLst>
              <a:ext uri="{FF2B5EF4-FFF2-40B4-BE49-F238E27FC236}">
                <a16:creationId xmlns:a16="http://schemas.microsoft.com/office/drawing/2014/main" id="{6C38D7A9-9299-4108-BB08-026F4B9CAE7B}"/>
              </a:ext>
            </a:extLst>
          </p:cNvPr>
          <p:cNvSpPr>
            <a:spLocks noGrp="1"/>
          </p:cNvSpPr>
          <p:nvPr>
            <p:ph type="ctrTitle"/>
          </p:nvPr>
        </p:nvSpPr>
        <p:spPr/>
        <p:txBody>
          <a:bodyPr rtlCol="0"/>
          <a:lstStyle/>
          <a:p>
            <a:pPr rtl="0"/>
            <a:r>
              <a:rPr lang="es-ES" sz="5200" dirty="0"/>
              <a:t>Gracias</a:t>
            </a:r>
          </a:p>
        </p:txBody>
      </p:sp>
      <p:sp>
        <p:nvSpPr>
          <p:cNvPr id="4" name="Marcador de texto 3">
            <a:extLst>
              <a:ext uri="{FF2B5EF4-FFF2-40B4-BE49-F238E27FC236}">
                <a16:creationId xmlns:a16="http://schemas.microsoft.com/office/drawing/2014/main" id="{60828E04-9C2A-4859-8050-C2DF67A249CB}"/>
              </a:ext>
            </a:extLst>
          </p:cNvPr>
          <p:cNvSpPr>
            <a:spLocks noGrp="1"/>
          </p:cNvSpPr>
          <p:nvPr>
            <p:ph type="body" sz="quarter" idx="15"/>
          </p:nvPr>
        </p:nvSpPr>
        <p:spPr>
          <a:xfrm>
            <a:off x="8110330" y="3957705"/>
            <a:ext cx="3258212" cy="316800"/>
          </a:xfrm>
        </p:spPr>
        <p:txBody>
          <a:bodyPr rtlCol="0"/>
          <a:lstStyle/>
          <a:p>
            <a:pPr rtl="0"/>
            <a:r>
              <a:rPr lang="es-ES" sz="1800" dirty="0"/>
              <a:t>María de Jesús Rayón Estrada </a:t>
            </a:r>
          </a:p>
        </p:txBody>
      </p:sp>
      <p:pic>
        <p:nvPicPr>
          <p:cNvPr id="8" name="Gráfico 7" descr="Usuario" title="Icono del nombre del moderador">
            <a:extLst>
              <a:ext uri="{FF2B5EF4-FFF2-40B4-BE49-F238E27FC236}">
                <a16:creationId xmlns:a16="http://schemas.microsoft.com/office/drawing/2014/main" id="{111541C4-DB03-4E53-994D-499C7D73C4DF}"/>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1485495" y="4006655"/>
            <a:ext cx="218900" cy="218900"/>
          </a:xfrm>
          <a:prstGeom prst="rect">
            <a:avLst/>
          </a:prstGeom>
        </p:spPr>
      </p:pic>
      <p:sp>
        <p:nvSpPr>
          <p:cNvPr id="5" name="Marcador de texto 4">
            <a:extLst>
              <a:ext uri="{FF2B5EF4-FFF2-40B4-BE49-F238E27FC236}">
                <a16:creationId xmlns:a16="http://schemas.microsoft.com/office/drawing/2014/main" id="{11265965-2271-4C1C-BD0A-6F85F80FF9A6}"/>
              </a:ext>
            </a:extLst>
          </p:cNvPr>
          <p:cNvSpPr>
            <a:spLocks noGrp="1"/>
          </p:cNvSpPr>
          <p:nvPr>
            <p:ph type="body" sz="quarter" idx="16"/>
          </p:nvPr>
        </p:nvSpPr>
        <p:spPr/>
        <p:txBody>
          <a:bodyPr rtlCol="0"/>
          <a:lstStyle/>
          <a:p>
            <a:pPr rtl="0"/>
            <a:r>
              <a:rPr lang="es-ES" sz="1800" dirty="0"/>
              <a:t>773 127 7313</a:t>
            </a:r>
          </a:p>
        </p:txBody>
      </p:sp>
      <p:pic>
        <p:nvPicPr>
          <p:cNvPr id="10" name="Gráfico 9" descr="Smartphone" title="Icono del número de teléfono del moderador">
            <a:extLst>
              <a:ext uri="{FF2B5EF4-FFF2-40B4-BE49-F238E27FC236}">
                <a16:creationId xmlns:a16="http://schemas.microsoft.com/office/drawing/2014/main" id="{A29DE31C-E099-4579-BB03-675E0A40C5F2}"/>
              </a:ext>
            </a:extLst>
          </p:cNvPr>
          <p:cNvPicPr>
            <a:picLocks noChangeAspect="1"/>
          </p:cNvPicPr>
          <p:nvPr/>
        </p:nvPicPr>
        <p:blipFill>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11485495" y="4355103"/>
            <a:ext cx="218900" cy="218900"/>
          </a:xfrm>
          <a:prstGeom prst="rect">
            <a:avLst/>
          </a:prstGeom>
        </p:spPr>
      </p:pic>
      <p:sp>
        <p:nvSpPr>
          <p:cNvPr id="6" name="Marcador de texto 5">
            <a:extLst>
              <a:ext uri="{FF2B5EF4-FFF2-40B4-BE49-F238E27FC236}">
                <a16:creationId xmlns:a16="http://schemas.microsoft.com/office/drawing/2014/main" id="{50A3BCC3-A277-4C0B-9EBA-EB53990D8EBD}"/>
              </a:ext>
            </a:extLst>
          </p:cNvPr>
          <p:cNvSpPr>
            <a:spLocks noGrp="1"/>
          </p:cNvSpPr>
          <p:nvPr>
            <p:ph type="body" sz="quarter" idx="17"/>
          </p:nvPr>
        </p:nvSpPr>
        <p:spPr/>
        <p:txBody>
          <a:bodyPr rtlCol="0"/>
          <a:lstStyle/>
          <a:p>
            <a:pPr rtl="0"/>
            <a:r>
              <a:rPr lang="es-ES" sz="1400" dirty="0"/>
              <a:t>Mjesus.rayoncarobra@Gmail.com</a:t>
            </a:r>
          </a:p>
        </p:txBody>
      </p:sp>
      <p:pic>
        <p:nvPicPr>
          <p:cNvPr id="9" name="Gráfico 8" descr="Sobre" title="Icono del correo electrónico del moderador">
            <a:extLst>
              <a:ext uri="{FF2B5EF4-FFF2-40B4-BE49-F238E27FC236}">
                <a16:creationId xmlns:a16="http://schemas.microsoft.com/office/drawing/2014/main" id="{773C1382-ACE1-460F-A1B6-AB761A7D2E6B}"/>
              </a:ext>
            </a:extLst>
          </p:cNvPr>
          <p:cNvPicPr>
            <a:picLocks noChangeAspect="1"/>
          </p:cNvPicPr>
          <p:nvPr/>
        </p:nvPicPr>
        <p:blipFill>
          <a:blip r:embed="rId8" cstate="screen">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11485495" y="4703551"/>
            <a:ext cx="218900" cy="218900"/>
          </a:xfrm>
          <a:prstGeom prst="rect">
            <a:avLst/>
          </a:prstGeom>
        </p:spPr>
      </p:pic>
      <p:sp>
        <p:nvSpPr>
          <p:cNvPr id="12" name="Marcador de número de diapositiva 11">
            <a:extLst>
              <a:ext uri="{FF2B5EF4-FFF2-40B4-BE49-F238E27FC236}">
                <a16:creationId xmlns:a16="http://schemas.microsoft.com/office/drawing/2014/main" id="{91814EC9-246A-4C6E-941E-5774FE72F08E}"/>
              </a:ext>
            </a:extLst>
          </p:cNvPr>
          <p:cNvSpPr>
            <a:spLocks noGrp="1"/>
          </p:cNvSpPr>
          <p:nvPr>
            <p:ph type="sldNum" sz="quarter" idx="20"/>
          </p:nvPr>
        </p:nvSpPr>
        <p:spPr/>
        <p:txBody>
          <a:bodyPr rtlCol="0"/>
          <a:lstStyle/>
          <a:p>
            <a:pPr rtl="0"/>
            <a:fld id="{19B51A1E-902D-48AF-9020-955120F399B6}" type="slidenum">
              <a:rPr lang="es-ES" smtClean="0"/>
              <a:pPr rtl="0"/>
              <a:t>12</a:t>
            </a:fld>
            <a:endParaRPr lang="es-ES"/>
          </a:p>
        </p:txBody>
      </p:sp>
      <p:pic>
        <p:nvPicPr>
          <p:cNvPr id="11" name="Marcador de posición de imagen 6">
            <a:extLst>
              <a:ext uri="{FF2B5EF4-FFF2-40B4-BE49-F238E27FC236}">
                <a16:creationId xmlns:a16="http://schemas.microsoft.com/office/drawing/2014/main" id="{E1C05CDC-0E05-45BF-A945-815938290FB5}"/>
              </a:ext>
            </a:extLst>
          </p:cNvPr>
          <p:cNvPicPr>
            <a:picLocks noChangeAspect="1"/>
          </p:cNvPicPr>
          <p:nvPr/>
        </p:nvPicPr>
        <p:blipFill rotWithShape="1">
          <a:blip r:embed="rId10"/>
          <a:srcRect l="25943" t="17051" r="38022" b="52147"/>
          <a:stretch/>
        </p:blipFill>
        <p:spPr>
          <a:xfrm>
            <a:off x="9996103" y="6316701"/>
            <a:ext cx="1547896" cy="486650"/>
          </a:xfrm>
          <a:prstGeom prst="rect">
            <a:avLst/>
          </a:prstGeom>
        </p:spPr>
      </p:pic>
    </p:spTree>
    <p:extLst>
      <p:ext uri="{BB962C8B-B14F-4D97-AF65-F5344CB8AC3E}">
        <p14:creationId xmlns:p14="http://schemas.microsoft.com/office/powerpoint/2010/main" val="4153678306"/>
      </p:ext>
    </p:extLst>
  </p:cSld>
  <p:clrMapOvr>
    <a:masterClrMapping/>
  </p:clrMapOvr>
</p:sld>
</file>

<file path=ppt/theme/theme1.xml><?xml version="1.0" encoding="utf-8"?>
<a:theme xmlns:a="http://schemas.openxmlformats.org/drawingml/2006/main" name="Tema de Office">
  <a:themeElements>
    <a:clrScheme name="Custom 129">
      <a:dk1>
        <a:sysClr val="windowText" lastClr="000000"/>
      </a:dk1>
      <a:lt1>
        <a:srgbClr val="FFFFFF"/>
      </a:lt1>
      <a:dk2>
        <a:srgbClr val="3F3F3F"/>
      </a:dk2>
      <a:lt2>
        <a:srgbClr val="F2F2F2"/>
      </a:lt2>
      <a:accent1>
        <a:srgbClr val="25C6E3"/>
      </a:accent1>
      <a:accent2>
        <a:srgbClr val="E80554"/>
      </a:accent2>
      <a:accent3>
        <a:srgbClr val="A9E26F"/>
      </a:accent3>
      <a:accent4>
        <a:srgbClr val="EAD000"/>
      </a:accent4>
      <a:accent5>
        <a:srgbClr val="1A0F49"/>
      </a:accent5>
      <a:accent6>
        <a:srgbClr val="FF4A01"/>
      </a:accent6>
      <a:hlink>
        <a:srgbClr val="25C6E3"/>
      </a:hlink>
      <a:folHlink>
        <a:srgbClr val="25C6E3"/>
      </a:folHlink>
    </a:clrScheme>
    <a:fontScheme name="Custom 149">
      <a:majorFont>
        <a:latin typeface="Corbel"/>
        <a:ea typeface=""/>
        <a:cs typeface=""/>
      </a:majorFont>
      <a:minorFont>
        <a:latin typeface="Canda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_19716750_TF16411250.potx" id="{EC119539-042E-42FB-99A7-818D6F707D97}" vid="{2C342CDD-8033-4EFC-A050-FD44D51CF9E7}"/>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EEA25CC0A0AC24199CDC46C25B8B0BC" ma:contentTypeVersion="9" ma:contentTypeDescription="Create a new document." ma:contentTypeScope="" ma:versionID="76e25e1730b4532ab1d5e5b131a96a5a">
  <xsd:schema xmlns:xsd="http://www.w3.org/2001/XMLSchema" xmlns:xs="http://www.w3.org/2001/XMLSchema" xmlns:p="http://schemas.microsoft.com/office/2006/metadata/properties" xmlns:ns1="http://schemas.microsoft.com/sharepoint/v3" xmlns:ns2="6dc4bcd6-49db-4c07-9060-8acfc67cef9f" xmlns:ns3="fb0879af-3eba-417a-a55a-ffe6dcd6ca77" targetNamespace="http://schemas.microsoft.com/office/2006/metadata/properties" ma:root="true" ma:fieldsID="ad1e9281a84c4949647088091c718de3" ns1:_="" ns2:_="" ns3:_="">
    <xsd:import namespace="http://schemas.microsoft.com/sharepoint/v3"/>
    <xsd:import namespace="6dc4bcd6-49db-4c07-9060-8acfc67cef9f"/>
    <xsd:import namespace="fb0879af-3eba-417a-a55a-ffe6dcd6ca77"/>
    <xsd:element name="properties">
      <xsd:complexType>
        <xsd:sequence>
          <xsd:element name="documentManagement">
            <xsd:complexType>
              <xsd:all>
                <xsd:element ref="ns2:MediaServiceMetadata" minOccurs="0"/>
                <xsd:element ref="ns2:MediaServiceFastMetadata" minOccurs="0"/>
                <xsd:element ref="ns2:MediaServiceOCR" minOccurs="0"/>
                <xsd:element ref="ns3:SharedWithUsers" minOccurs="0"/>
                <xsd:element ref="ns3:SharedWithDetails" minOccurs="0"/>
                <xsd:element ref="ns3:LastSharedByUser" minOccurs="0"/>
                <xsd:element ref="ns3:LastSharedByTime"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dc4bcd6-49db-4c07-9060-8acfc67cef9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b0879af-3eba-417a-a55a-ffe6dcd6ca77"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LastSharedByUser" ma:index="13" nillable="true" ma:displayName="Last Shared By User" ma:hidden="true" ma:internalName="LastSharedByUser" ma:readOnly="true">
      <xsd:simpleType>
        <xsd:restriction base="dms:Note"/>
      </xsd:simpleType>
    </xsd:element>
    <xsd:element name="LastSharedByTime" ma:index="14" nillable="true" ma:displayName="Last Shared By Time" ma:hidden="true" ma:internalName="LastSharedByTime" ma:readOnly="true">
      <xsd:simpleType>
        <xsd:restriction base="dms:DateTim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B2218FC-8412-44B9-9E82-D51F1F531141}">
  <ds:schemaRefs>
    <ds:schemaRef ds:uri="http://purl.org/dc/elements/1.1/"/>
    <ds:schemaRef ds:uri="http://schemas.microsoft.com/sharepoint/v3"/>
    <ds:schemaRef ds:uri="http://schemas.microsoft.com/office/2006/documentManagement/types"/>
    <ds:schemaRef ds:uri="fb0879af-3eba-417a-a55a-ffe6dcd6ca77"/>
    <ds:schemaRef ds:uri="http://schemas.microsoft.com/office/2006/metadata/properties"/>
    <ds:schemaRef ds:uri="http://schemas.microsoft.com/office/infopath/2007/PartnerControls"/>
    <ds:schemaRef ds:uri="6dc4bcd6-49db-4c07-9060-8acfc67cef9f"/>
    <ds:schemaRef ds:uri="http://www.w3.org/XML/1998/namespace"/>
    <ds:schemaRef ds:uri="http://schemas.openxmlformats.org/package/2006/metadata/core-properties"/>
    <ds:schemaRef ds:uri="http://purl.org/dc/dcmitype/"/>
    <ds:schemaRef ds:uri="http://purl.org/dc/terms/"/>
  </ds:schemaRefs>
</ds:datastoreItem>
</file>

<file path=customXml/itemProps2.xml><?xml version="1.0" encoding="utf-8"?>
<ds:datastoreItem xmlns:ds="http://schemas.openxmlformats.org/officeDocument/2006/customXml" ds:itemID="{B64A4C9D-F801-4923-BC6D-E0006F5123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6dc4bcd6-49db-4c07-9060-8acfc67cef9f"/>
    <ds:schemaRef ds:uri="fb0879af-3eba-417a-a55a-ffe6dcd6ca7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Presentación de negocios atractiva</Template>
  <TotalTime>0</TotalTime>
  <Words>316</Words>
  <Application>Microsoft Office PowerPoint</Application>
  <PresentationFormat>Panorámica</PresentationFormat>
  <Paragraphs>61</Paragraphs>
  <Slides>12</Slides>
  <Notes>7</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12</vt:i4>
      </vt:variant>
    </vt:vector>
  </HeadingPairs>
  <TitlesOfParts>
    <vt:vector size="19" baseType="lpstr">
      <vt:lpstr>Arial</vt:lpstr>
      <vt:lpstr>Calibri</vt:lpstr>
      <vt:lpstr>Candara</vt:lpstr>
      <vt:lpstr>Corbel</vt:lpstr>
      <vt:lpstr>Times New Roman</vt:lpstr>
      <vt:lpstr>Wingdings</vt:lpstr>
      <vt:lpstr>Tema de Office</vt:lpstr>
      <vt:lpstr>Presentación de PowerPoint</vt:lpstr>
      <vt:lpstr>DATOS IMPORTANTES  </vt:lpstr>
      <vt:lpstr>Quiénes somos?</vt:lpstr>
      <vt:lpstr>OPORTUNIDAD DE NEGOCIO</vt:lpstr>
      <vt:lpstr>BENEFICIARIOS  Familia en línea directa</vt:lpstr>
      <vt:lpstr>Beneficios   </vt:lpstr>
      <vt:lpstr>NUESTROS SERVICIOS</vt:lpstr>
      <vt:lpstr>Requisitos para la contratación</vt:lpstr>
      <vt:lpstr>Adicionales</vt:lpstr>
      <vt:lpstr>Presentación de PowerPoint</vt:lpstr>
      <vt:lpstr>Presentación de PowerPoint</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2020-04-16T12:52:28Z</dcterms:created>
  <dcterms:modified xsi:type="dcterms:W3CDTF">2021-12-03T00:25:56Z</dcterms:modified>
</cp:coreProperties>
</file>